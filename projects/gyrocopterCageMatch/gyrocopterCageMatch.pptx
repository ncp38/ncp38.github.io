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3D8CDF-D437-4BB6-9173-6303A8B33AE7}" type="datetimeFigureOut">
              <a:rPr lang="en-US" smtClean="0"/>
              <a:t>8/7/2013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714AC-D3AF-4D25-99C5-F9545D9A7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123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Link from:</a:t>
            </a:r>
            <a:r>
              <a:rPr lang="en-US" baseline="0" dirty="0" smtClean="0"/>
              <a:t> https://www.google.com/url?sa=i&amp;rct=j&amp;q=&amp;esrc=s&amp;source=images&amp;cd=&amp;cad=rja&amp;docid=2soKk7o04tOJvM&amp;tbnid=LEkRKLFuVuLb7M:&amp;ved=0CAUQjRw&amp;url=http%3A%2F%2Fosxreality.com%2F2008%2F12%2F10%2Fside-scrolling-shooter-space-deadbeef-awesome-and-free%2F&amp;ei=ByIDUtSIEveq4AOfx4Bg&amp;bvm=bv.50500085,d.dmg&amp;psig=AFQjCNGHMdwtSZvS3ZDJcqz2eh-ym9Ma5Q&amp;ust=1376023393965562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4714AC-D3AF-4D25-99C5-F9545D9A742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677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Supplement</a:t>
            </a:r>
            <a:r>
              <a:rPr lang="en-US" baseline="0" smtClean="0"/>
              <a:t> slide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4714AC-D3AF-4D25-99C5-F9545D9A742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537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B1154558-5B98-4FB5-8140-AB5D3DC3ABB9}" type="datetimeFigureOut">
              <a:rPr lang="en-US" smtClean="0"/>
              <a:t>8/7/2013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6547987B-7754-4F78-AD31-2789F2E6AD5B}" type="slidenum">
              <a:rPr lang="en-US" smtClean="0"/>
              <a:t>‹#›</a:t>
            </a:fld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54558-5B98-4FB5-8140-AB5D3DC3ABB9}" type="datetimeFigureOut">
              <a:rPr lang="en-US" smtClean="0"/>
              <a:t>8/7/2013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7987B-7754-4F78-AD31-2789F2E6AD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54558-5B98-4FB5-8140-AB5D3DC3ABB9}" type="datetimeFigureOut">
              <a:rPr lang="en-US" smtClean="0"/>
              <a:t>8/7/2013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7987B-7754-4F78-AD31-2789F2E6AD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54558-5B98-4FB5-8140-AB5D3DC3ABB9}" type="datetimeFigureOut">
              <a:rPr lang="en-US" smtClean="0"/>
              <a:t>8/7/2013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7987B-7754-4F78-AD31-2789F2E6AD5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54558-5B98-4FB5-8140-AB5D3DC3ABB9}" type="datetimeFigureOut">
              <a:rPr lang="en-US" smtClean="0"/>
              <a:t>8/7/2013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7987B-7754-4F78-AD31-2789F2E6AD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54558-5B98-4FB5-8140-AB5D3DC3ABB9}" type="datetimeFigureOut">
              <a:rPr lang="en-US" smtClean="0"/>
              <a:t>8/7/2013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7987B-7754-4F78-AD31-2789F2E6AD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54558-5B98-4FB5-8140-AB5D3DC3ABB9}" type="datetimeFigureOut">
              <a:rPr lang="en-US" smtClean="0"/>
              <a:t>8/7/2013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7987B-7754-4F78-AD31-2789F2E6AD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54558-5B98-4FB5-8140-AB5D3DC3ABB9}" type="datetimeFigureOut">
              <a:rPr lang="en-US" smtClean="0"/>
              <a:t>8/7/2013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7987B-7754-4F78-AD31-2789F2E6AD5B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54558-5B98-4FB5-8140-AB5D3DC3ABB9}" type="datetimeFigureOut">
              <a:rPr lang="en-US" smtClean="0"/>
              <a:t>8/7/2013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7987B-7754-4F78-AD31-2789F2E6AD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54558-5B98-4FB5-8140-AB5D3DC3ABB9}" type="datetimeFigureOut">
              <a:rPr lang="en-US" smtClean="0"/>
              <a:t>8/7/2013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7987B-7754-4F78-AD31-2789F2E6AD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54558-5B98-4FB5-8140-AB5D3DC3ABB9}" type="datetimeFigureOut">
              <a:rPr lang="en-US" smtClean="0"/>
              <a:t>8/7/2013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7987B-7754-4F78-AD31-2789F2E6AD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B1154558-5B98-4FB5-8140-AB5D3DC3ABB9}" type="datetimeFigureOut">
              <a:rPr lang="en-US" smtClean="0"/>
              <a:t>8/7/2013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6547987B-7754-4F78-AD31-2789F2E6AD5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Gyrocopter Cage Match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Nate Phillips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819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Original Design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Side </a:t>
            </a:r>
            <a:r>
              <a:rPr lang="en-US" dirty="0" err="1" smtClean="0"/>
              <a:t>scroller</a:t>
            </a:r>
            <a:endParaRPr lang="en-US" dirty="0" smtClean="0"/>
          </a:p>
          <a:p>
            <a:r>
              <a:rPr lang="en-US" dirty="0" smtClean="0"/>
              <a:t>High scores page</a:t>
            </a:r>
          </a:p>
          <a:p>
            <a:r>
              <a:rPr lang="en-US" dirty="0" smtClean="0"/>
              <a:t>An options menu</a:t>
            </a:r>
          </a:p>
          <a:p>
            <a:r>
              <a:rPr lang="en-US" dirty="0" smtClean="0"/>
              <a:t>Dynamic difficulty</a:t>
            </a:r>
            <a:endParaRPr lang="en-US" dirty="0"/>
          </a:p>
        </p:txBody>
      </p:sp>
      <p:pic>
        <p:nvPicPr>
          <p:cNvPr id="1026" name="Picture 2" descr="http://osxreality.com/wp-content/uploads/2008/12/space-deadbeef-1.jpg"/>
          <p:cNvPicPr>
            <a:picLocks noGrp="1" noChangeAspect="1" noChangeArrowheads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025" y="2922591"/>
            <a:ext cx="3419475" cy="227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4954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Evolution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88" y="2856078"/>
            <a:ext cx="3419475" cy="2407906"/>
          </a:xfrm>
        </p:spPr>
      </p:pic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 smtClean="0"/>
              <a:t>Developed into a cage-based survival game.</a:t>
            </a:r>
          </a:p>
          <a:p>
            <a:r>
              <a:rPr lang="en-US" dirty="0" smtClean="0"/>
              <a:t>Points based on how long a player has survived.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91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Additional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68580" indent="0">
              <a:buNone/>
            </a:pPr>
            <a:r>
              <a:rPr lang="en-US" dirty="0" smtClean="0"/>
              <a:t>Contains:</a:t>
            </a:r>
          </a:p>
          <a:p>
            <a:r>
              <a:rPr lang="en-US" dirty="0" smtClean="0"/>
              <a:t>High score page</a:t>
            </a:r>
          </a:p>
          <a:p>
            <a:r>
              <a:rPr lang="en-US" dirty="0" smtClean="0"/>
              <a:t>Pause menu</a:t>
            </a:r>
          </a:p>
          <a:p>
            <a:r>
              <a:rPr lang="en-US" dirty="0" smtClean="0"/>
              <a:t>Options menu</a:t>
            </a:r>
          </a:p>
          <a:p>
            <a:r>
              <a:rPr lang="en-US" dirty="0" smtClean="0"/>
              <a:t>Rules section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2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Interesting Problems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to keep the options menu and scores from resetting every time a user started a new game.</a:t>
            </a:r>
          </a:p>
          <a:p>
            <a:r>
              <a:rPr lang="en-US" dirty="0" smtClean="0"/>
              <a:t>How to pause the game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064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878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Overall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Create a vehicle and a slew of bullets and keep track of their position (since this is canvas we are dealing with).</a:t>
            </a:r>
          </a:p>
          <a:p>
            <a:r>
              <a:rPr lang="en-US" dirty="0" smtClean="0"/>
              <a:t>During each animation frame, test to see if the bullets or spikes have collided with </a:t>
            </a:r>
            <a:r>
              <a:rPr lang="en-US" smtClean="0"/>
              <a:t>the vehicle.</a:t>
            </a:r>
            <a:endParaRPr lang="en-US" dirty="0" smtClean="0"/>
          </a:p>
          <a:p>
            <a:r>
              <a:rPr lang="en-US" dirty="0" smtClean="0"/>
              <a:t>Every time a bullet reaches the spikes, it disappears (and another bullet spawns), and the player gains a point.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1348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66</TotalTime>
  <Words>161</Words>
  <Application>Microsoft Office PowerPoint</Application>
  <PresentationFormat>On-screen Show (4:3)</PresentationFormat>
  <Paragraphs>28</Paragraphs>
  <Slides>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Austin</vt:lpstr>
      <vt:lpstr>Gyrocopter Cage Match</vt:lpstr>
      <vt:lpstr>Original Design</vt:lpstr>
      <vt:lpstr>Design Evolution</vt:lpstr>
      <vt:lpstr>Additional Features</vt:lpstr>
      <vt:lpstr>Interesting Problems</vt:lpstr>
      <vt:lpstr>Questions?</vt:lpstr>
      <vt:lpstr>Overall Approach</vt:lpstr>
    </vt:vector>
  </TitlesOfParts>
  <Company>Windows User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Gyrocopter Cage Match</dc:title>
  <dc:creator>NCP</dc:creator>
  <cp:lastModifiedBy>NCP</cp:lastModifiedBy>
  <cp:revision>6</cp:revision>
  <dcterms:created xsi:type="dcterms:W3CDTF">2013-08-08T04:40:22Z</dcterms:created>
  <dcterms:modified xsi:type="dcterms:W3CDTF">2013-08-08T05:46:38Z</dcterms:modified>
</cp:coreProperties>
</file>