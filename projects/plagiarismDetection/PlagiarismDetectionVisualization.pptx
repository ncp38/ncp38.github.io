
<file path=[Content_Types].xml><?xml version="1.0" encoding="utf-8"?>
<Types xmlns="http://schemas.openxmlformats.org/package/2006/content-types">
  <Default Extension="xml" ContentType="application/xml"/>
  <Default Extension="jpeg" ContentType="image/jpeg"/>
  <Default Extension="bin" ContentType="application/vnd.openxmlformats-officedocument.presentationml.printerSettings"/>
  <Default Extension="png" ContentType="image/png"/>
  <Default Extension="rels" ContentType="application/vnd.openxmlformats-package.relationships+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4" Type="http://schemas.openxmlformats.org/officeDocument/2006/relationships/extended-properties" Target="docProps/app.xml"/><Relationship Id="rId1" Type="http://schemas.openxmlformats.org/officeDocument/2006/relationships/officeDocument" Target="ppt/presentation.xml"/><Relationship Id="rId2" Type="http://schemas.openxmlformats.org/package/2006/relationships/metadata/thumbnail" Target="docProps/thumbnail.jpeg"/></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21"/>
  </p:notesMasterIdLst>
  <p:sldIdLst>
    <p:sldId id="256" r:id="rId2"/>
    <p:sldId id="257" r:id="rId3"/>
    <p:sldId id="258" r:id="rId4"/>
    <p:sldId id="259" r:id="rId5"/>
    <p:sldId id="271" r:id="rId6"/>
    <p:sldId id="272" r:id="rId7"/>
    <p:sldId id="273" r:id="rId8"/>
    <p:sldId id="274" r:id="rId9"/>
    <p:sldId id="275" r:id="rId10"/>
    <p:sldId id="260" r:id="rId11"/>
    <p:sldId id="261" r:id="rId12"/>
    <p:sldId id="264" r:id="rId13"/>
    <p:sldId id="262" r:id="rId14"/>
    <p:sldId id="265" r:id="rId15"/>
    <p:sldId id="266" r:id="rId16"/>
    <p:sldId id="268" r:id="rId17"/>
    <p:sldId id="270" r:id="rId18"/>
    <p:sldId id="269" r:id="rId19"/>
    <p:sldId id="263" r:id="rId20"/>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87" d="100"/>
          <a:sy n="87" d="100"/>
        </p:scale>
        <p:origin x="-1872" y="-112"/>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8.xml"/><Relationship Id="rId20" Type="http://schemas.openxmlformats.org/officeDocument/2006/relationships/slide" Target="slides/slide19.xml"/><Relationship Id="rId21" Type="http://schemas.openxmlformats.org/officeDocument/2006/relationships/notesMaster" Target="notesMasters/notesMaster1.xml"/><Relationship Id="rId22" Type="http://schemas.openxmlformats.org/officeDocument/2006/relationships/printerSettings" Target="printerSettings/printerSettings1.bin"/><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41C7DFF-97B2-45A7-9BDA-C9A839499671}" type="datetimeFigureOut">
              <a:rPr lang="en-US" smtClean="0"/>
              <a:t>5/7/14</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F9EDC43C-FCD6-45C5-8FE7-10BCF6446966}" type="slidenum">
              <a:rPr lang="en-US" smtClean="0"/>
              <a:t>‹#›</a:t>
            </a:fld>
            <a:endParaRPr lang="en-US"/>
          </a:p>
        </p:txBody>
      </p:sp>
    </p:spTree>
    <p:extLst>
      <p:ext uri="{BB962C8B-B14F-4D97-AF65-F5344CB8AC3E}">
        <p14:creationId xmlns:p14="http://schemas.microsoft.com/office/powerpoint/2010/main" val="14903296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https://www.google.com/url?sa=i&amp;rct=j&amp;q=&amp;esrc=s&amp;source=images&amp;cd=&amp;cad=rja&amp;uact=8&amp;docid=mxaBJqub061jBM&amp;tbnid=U2TnTBtvZdjLnM:&amp;ved=0CAUQjRw&amp;url=https%3A%2F%2Fwww.wlv.ac.uk%2Fdefault.aspx%3Fpage%3D32434&amp;ei=ChdpU9WLNaPuyAGZo4C4Dw&amp;bvm=bv.65788261,d.aWc&amp;psig=AFQjCNEqa_3NBYzyCT-uVRSkAI3XkWpVqw&amp;ust=1399482500059273</a:t>
            </a:r>
            <a:endParaRPr lang="en-US" dirty="0"/>
          </a:p>
        </p:txBody>
      </p:sp>
      <p:sp>
        <p:nvSpPr>
          <p:cNvPr id="4" name="Slide Number Placeholder 3"/>
          <p:cNvSpPr>
            <a:spLocks noGrp="1"/>
          </p:cNvSpPr>
          <p:nvPr>
            <p:ph type="sldNum" sz="quarter" idx="10"/>
          </p:nvPr>
        </p:nvSpPr>
        <p:spPr/>
        <p:txBody>
          <a:bodyPr/>
          <a:lstStyle/>
          <a:p>
            <a:fld id="{F9EDC43C-FCD6-45C5-8FE7-10BCF6446966}" type="slidenum">
              <a:rPr lang="en-US" smtClean="0"/>
              <a:t>13</a:t>
            </a:fld>
            <a:endParaRPr lang="en-US"/>
          </a:p>
        </p:txBody>
      </p:sp>
    </p:spTree>
    <p:extLst>
      <p:ext uri="{BB962C8B-B14F-4D97-AF65-F5344CB8AC3E}">
        <p14:creationId xmlns:p14="http://schemas.microsoft.com/office/powerpoint/2010/main" val="75000315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Like Moss, we used different levels of plagiarism to compare one text</a:t>
            </a:r>
            <a:r>
              <a:rPr lang="en-US" baseline="0" dirty="0" smtClean="0"/>
              <a:t> file to a single primary source.</a:t>
            </a:r>
            <a:endParaRPr lang="en-US" dirty="0"/>
          </a:p>
        </p:txBody>
      </p:sp>
      <p:sp>
        <p:nvSpPr>
          <p:cNvPr id="4" name="Slide Number Placeholder 3"/>
          <p:cNvSpPr>
            <a:spLocks noGrp="1"/>
          </p:cNvSpPr>
          <p:nvPr>
            <p:ph type="sldNum" sz="quarter" idx="10"/>
          </p:nvPr>
        </p:nvSpPr>
        <p:spPr/>
        <p:txBody>
          <a:bodyPr/>
          <a:lstStyle/>
          <a:p>
            <a:fld id="{F9EDC43C-FCD6-45C5-8FE7-10BCF6446966}" type="slidenum">
              <a:rPr lang="en-US" smtClean="0"/>
              <a:t>14</a:t>
            </a:fld>
            <a:endParaRPr lang="en-US"/>
          </a:p>
        </p:txBody>
      </p:sp>
    </p:spTree>
    <p:extLst>
      <p:ext uri="{BB962C8B-B14F-4D97-AF65-F5344CB8AC3E}">
        <p14:creationId xmlns:p14="http://schemas.microsoft.com/office/powerpoint/2010/main" val="53698852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We eventually decided that arc graphs, for the purposes of text visualization, would result in a highly cluttered display, from which it would be difficult to extract information.</a:t>
            </a:r>
            <a:br>
              <a:rPr lang="en-US" dirty="0" smtClean="0"/>
            </a:br>
            <a:r>
              <a:rPr lang="en-US" dirty="0" smtClean="0"/>
              <a:t>Highlighting – Basically, we considered</a:t>
            </a:r>
            <a:r>
              <a:rPr lang="en-US" baseline="0" dirty="0" smtClean="0"/>
              <a:t> allowing the user to hover over plagiarized text and have all other text fade, except for the corresponding plagiarized text in the other document.  However, given the size of the documents (and, thus, the knowledge that the text </a:t>
            </a:r>
            <a:r>
              <a:rPr lang="en-US" baseline="0" dirty="0" err="1" smtClean="0"/>
              <a:t>youre</a:t>
            </a:r>
            <a:r>
              <a:rPr lang="en-US" baseline="0" dirty="0" smtClean="0"/>
              <a:t> looking for might not be on screen) and the possibility of accidentally hovering over plagiarized text, we scrapped this plan.</a:t>
            </a:r>
            <a:br>
              <a:rPr lang="en-US" baseline="0" dirty="0" smtClean="0"/>
            </a:br>
            <a:r>
              <a:rPr lang="en-US" baseline="0" dirty="0" smtClean="0"/>
              <a:t>We also considered doing analytical analysis; in other words, something along the lines of estimating how much of the document is plagiarized or how many characters worth of plagiarism exists and whether that is significant, relative to the size of the paper.  Of all the possible additions, this is the most appealing, and we would have likely implemented it, given enough time and expertise.</a:t>
            </a:r>
            <a:endParaRPr lang="en-US" dirty="0"/>
          </a:p>
        </p:txBody>
      </p:sp>
      <p:sp>
        <p:nvSpPr>
          <p:cNvPr id="4" name="Slide Number Placeholder 3"/>
          <p:cNvSpPr>
            <a:spLocks noGrp="1"/>
          </p:cNvSpPr>
          <p:nvPr>
            <p:ph type="sldNum" sz="quarter" idx="10"/>
          </p:nvPr>
        </p:nvSpPr>
        <p:spPr/>
        <p:txBody>
          <a:bodyPr/>
          <a:lstStyle/>
          <a:p>
            <a:fld id="{F9EDC43C-FCD6-45C5-8FE7-10BCF6446966}" type="slidenum">
              <a:rPr lang="en-US" smtClean="0"/>
              <a:t>17</a:t>
            </a:fld>
            <a:endParaRPr lang="en-US"/>
          </a:p>
        </p:txBody>
      </p:sp>
    </p:spTree>
    <p:extLst>
      <p:ext uri="{BB962C8B-B14F-4D97-AF65-F5344CB8AC3E}">
        <p14:creationId xmlns:p14="http://schemas.microsoft.com/office/powerpoint/2010/main" val="263368090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9EDC43C-FCD6-45C5-8FE7-10BCF6446966}" type="slidenum">
              <a:rPr lang="en-US" smtClean="0"/>
              <a:t>19</a:t>
            </a:fld>
            <a:endParaRPr lang="en-US"/>
          </a:p>
        </p:txBody>
      </p:sp>
    </p:spTree>
    <p:extLst>
      <p:ext uri="{BB962C8B-B14F-4D97-AF65-F5344CB8AC3E}">
        <p14:creationId xmlns:p14="http://schemas.microsoft.com/office/powerpoint/2010/main" val="203030680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43" name="Group 42"/>
          <p:cNvGrpSpPr/>
          <p:nvPr/>
        </p:nvGrpSpPr>
        <p:grpSpPr>
          <a:xfrm>
            <a:off x="-382404" y="0"/>
            <a:ext cx="9932332" cy="6858000"/>
            <a:chOff x="-382404" y="0"/>
            <a:chExt cx="9932332" cy="6858000"/>
          </a:xfrm>
        </p:grpSpPr>
        <p:grpSp>
          <p:nvGrpSpPr>
            <p:cNvPr id="44" name="Group 44"/>
            <p:cNvGrpSpPr/>
            <p:nvPr/>
          </p:nvGrpSpPr>
          <p:grpSpPr>
            <a:xfrm>
              <a:off x="0" y="0"/>
              <a:ext cx="9144000" cy="6858000"/>
              <a:chOff x="0" y="0"/>
              <a:chExt cx="9144000" cy="6858000"/>
            </a:xfrm>
          </p:grpSpPr>
          <p:grpSp>
            <p:nvGrpSpPr>
              <p:cNvPr id="70" name="Group 4"/>
              <p:cNvGrpSpPr/>
              <p:nvPr/>
            </p:nvGrpSpPr>
            <p:grpSpPr>
              <a:xfrm>
                <a:off x="0" y="0"/>
                <a:ext cx="2514600" cy="6858000"/>
                <a:chOff x="0" y="0"/>
                <a:chExt cx="2514600" cy="6858000"/>
              </a:xfrm>
            </p:grpSpPr>
            <p:sp>
              <p:nvSpPr>
                <p:cNvPr id="115" name="Rectangle 114"/>
                <p:cNvSpPr/>
                <p:nvPr/>
              </p:nvSpPr>
              <p:spPr>
                <a:xfrm>
                  <a:off x="914400" y="0"/>
                  <a:ext cx="1600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6" name="Rectangle 2"/>
                <p:cNvSpPr/>
                <p:nvPr/>
              </p:nvSpPr>
              <p:spPr>
                <a:xfrm>
                  <a:off x="0" y="0"/>
                  <a:ext cx="457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7" name="Rectangle 3"/>
                <p:cNvSpPr/>
                <p:nvPr/>
              </p:nvSpPr>
              <p:spPr>
                <a:xfrm>
                  <a:off x="228600" y="0"/>
                  <a:ext cx="7620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71" name="Group 5"/>
              <p:cNvGrpSpPr/>
              <p:nvPr/>
            </p:nvGrpSpPr>
            <p:grpSpPr>
              <a:xfrm>
                <a:off x="422910" y="0"/>
                <a:ext cx="2514600" cy="6858000"/>
                <a:chOff x="0" y="0"/>
                <a:chExt cx="2514600" cy="6858000"/>
              </a:xfrm>
            </p:grpSpPr>
            <p:sp>
              <p:nvSpPr>
                <p:cNvPr id="85" name="Rectangle 84"/>
                <p:cNvSpPr/>
                <p:nvPr/>
              </p:nvSpPr>
              <p:spPr>
                <a:xfrm>
                  <a:off x="914400" y="0"/>
                  <a:ext cx="1600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6" name="Rectangle 85"/>
                <p:cNvSpPr/>
                <p:nvPr/>
              </p:nvSpPr>
              <p:spPr>
                <a:xfrm>
                  <a:off x="0" y="0"/>
                  <a:ext cx="457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4" name="Rectangle 113"/>
                <p:cNvSpPr/>
                <p:nvPr/>
              </p:nvSpPr>
              <p:spPr>
                <a:xfrm>
                  <a:off x="228600" y="0"/>
                  <a:ext cx="7620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73" name="Group 9"/>
              <p:cNvGrpSpPr/>
              <p:nvPr/>
            </p:nvGrpSpPr>
            <p:grpSpPr>
              <a:xfrm rot="10800000">
                <a:off x="6629400" y="0"/>
                <a:ext cx="2514600" cy="6858000"/>
                <a:chOff x="0" y="0"/>
                <a:chExt cx="2514600" cy="6858000"/>
              </a:xfrm>
            </p:grpSpPr>
            <p:sp>
              <p:nvSpPr>
                <p:cNvPr id="78" name="Rectangle 77"/>
                <p:cNvSpPr/>
                <p:nvPr/>
              </p:nvSpPr>
              <p:spPr>
                <a:xfrm>
                  <a:off x="914400" y="0"/>
                  <a:ext cx="1600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9" name="Rectangle 78"/>
                <p:cNvSpPr/>
                <p:nvPr/>
              </p:nvSpPr>
              <p:spPr>
                <a:xfrm>
                  <a:off x="0" y="0"/>
                  <a:ext cx="457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1" name="Rectangle 80"/>
                <p:cNvSpPr/>
                <p:nvPr/>
              </p:nvSpPr>
              <p:spPr>
                <a:xfrm>
                  <a:off x="228600" y="0"/>
                  <a:ext cx="7620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75" name="Rectangle 74"/>
              <p:cNvSpPr/>
              <p:nvPr/>
            </p:nvSpPr>
            <p:spPr>
              <a:xfrm>
                <a:off x="3810000" y="0"/>
                <a:ext cx="28194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6" name="Rectangle 75"/>
              <p:cNvSpPr/>
              <p:nvPr/>
            </p:nvSpPr>
            <p:spPr>
              <a:xfrm>
                <a:off x="2895600" y="0"/>
                <a:ext cx="457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7" name="Rectangle 76"/>
              <p:cNvSpPr/>
              <p:nvPr/>
            </p:nvSpPr>
            <p:spPr>
              <a:xfrm>
                <a:off x="3124200" y="0"/>
                <a:ext cx="7620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45" name="Freeform 44"/>
            <p:cNvSpPr/>
            <p:nvPr/>
          </p:nvSpPr>
          <p:spPr>
            <a:xfrm>
              <a:off x="-11875" y="5035138"/>
              <a:ext cx="9144000" cy="1175655"/>
            </a:xfrm>
            <a:custGeom>
              <a:avLst/>
              <a:gdLst>
                <a:gd name="connsiteX0" fmla="*/ 0 w 9144000"/>
                <a:gd name="connsiteY0" fmla="*/ 1116280 h 1175656"/>
                <a:gd name="connsiteX1" fmla="*/ 1674420 w 9144000"/>
                <a:gd name="connsiteY1" fmla="*/ 1163781 h 1175656"/>
                <a:gd name="connsiteX2" fmla="*/ 4120737 w 9144000"/>
                <a:gd name="connsiteY2" fmla="*/ 1045028 h 1175656"/>
                <a:gd name="connsiteX3" fmla="*/ 7172696 w 9144000"/>
                <a:gd name="connsiteY3" fmla="*/ 605641 h 1175656"/>
                <a:gd name="connsiteX4" fmla="*/ 9144000 w 9144000"/>
                <a:gd name="connsiteY4" fmla="*/ 0 h 1175656"/>
                <a:gd name="connsiteX0" fmla="*/ 0 w 9144000"/>
                <a:gd name="connsiteY0" fmla="*/ 1270659 h 1330035"/>
                <a:gd name="connsiteX1" fmla="*/ 1674420 w 9144000"/>
                <a:gd name="connsiteY1" fmla="*/ 1318160 h 1330035"/>
                <a:gd name="connsiteX2" fmla="*/ 4120737 w 9144000"/>
                <a:gd name="connsiteY2" fmla="*/ 1199407 h 1330035"/>
                <a:gd name="connsiteX3" fmla="*/ 7172696 w 9144000"/>
                <a:gd name="connsiteY3" fmla="*/ 760020 h 1330035"/>
                <a:gd name="connsiteX4" fmla="*/ 9144000 w 9144000"/>
                <a:gd name="connsiteY4" fmla="*/ 0 h 1330035"/>
                <a:gd name="connsiteX0" fmla="*/ 0 w 9144000"/>
                <a:gd name="connsiteY0" fmla="*/ 1270659 h 1330035"/>
                <a:gd name="connsiteX1" fmla="*/ 1674420 w 9144000"/>
                <a:gd name="connsiteY1" fmla="*/ 1318160 h 1330035"/>
                <a:gd name="connsiteX2" fmla="*/ 4120737 w 9144000"/>
                <a:gd name="connsiteY2" fmla="*/ 1199407 h 1330035"/>
                <a:gd name="connsiteX3" fmla="*/ 7172696 w 9144000"/>
                <a:gd name="connsiteY3" fmla="*/ 760020 h 1330035"/>
                <a:gd name="connsiteX4" fmla="*/ 9144000 w 9144000"/>
                <a:gd name="connsiteY4" fmla="*/ 0 h 1330035"/>
                <a:gd name="connsiteX0" fmla="*/ 0 w 9144000"/>
                <a:gd name="connsiteY0" fmla="*/ 1270659 h 1330035"/>
                <a:gd name="connsiteX1" fmla="*/ 1674420 w 9144000"/>
                <a:gd name="connsiteY1" fmla="*/ 1318160 h 1330035"/>
                <a:gd name="connsiteX2" fmla="*/ 4120737 w 9144000"/>
                <a:gd name="connsiteY2" fmla="*/ 1199407 h 1330035"/>
                <a:gd name="connsiteX3" fmla="*/ 7172696 w 9144000"/>
                <a:gd name="connsiteY3" fmla="*/ 760020 h 1330035"/>
                <a:gd name="connsiteX4" fmla="*/ 9144000 w 9144000"/>
                <a:gd name="connsiteY4" fmla="*/ 0 h 1330035"/>
                <a:gd name="connsiteX0" fmla="*/ 0 w 9144000"/>
                <a:gd name="connsiteY0" fmla="*/ 1116279 h 1175655"/>
                <a:gd name="connsiteX1" fmla="*/ 1674420 w 9144000"/>
                <a:gd name="connsiteY1" fmla="*/ 1163780 h 1175655"/>
                <a:gd name="connsiteX2" fmla="*/ 4120737 w 9144000"/>
                <a:gd name="connsiteY2" fmla="*/ 1045027 h 1175655"/>
                <a:gd name="connsiteX3" fmla="*/ 7172696 w 9144000"/>
                <a:gd name="connsiteY3" fmla="*/ 605640 h 1175655"/>
                <a:gd name="connsiteX4" fmla="*/ 9144000 w 9144000"/>
                <a:gd name="connsiteY4" fmla="*/ 0 h 117565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44000" h="1175655">
                  <a:moveTo>
                    <a:pt x="0" y="1116279"/>
                  </a:moveTo>
                  <a:cubicBezTo>
                    <a:pt x="493815" y="1145967"/>
                    <a:pt x="987631" y="1175655"/>
                    <a:pt x="1674420" y="1163780"/>
                  </a:cubicBezTo>
                  <a:cubicBezTo>
                    <a:pt x="2361209" y="1151905"/>
                    <a:pt x="3204358" y="1138050"/>
                    <a:pt x="4120737" y="1045027"/>
                  </a:cubicBezTo>
                  <a:cubicBezTo>
                    <a:pt x="5037116" y="952004"/>
                    <a:pt x="6335486" y="779811"/>
                    <a:pt x="7172696" y="605640"/>
                  </a:cubicBezTo>
                  <a:cubicBezTo>
                    <a:pt x="8009907" y="431469"/>
                    <a:pt x="8866910" y="154379"/>
                    <a:pt x="9144000" y="0"/>
                  </a:cubicBezTo>
                </a:path>
              </a:pathLst>
            </a:custGeom>
            <a:ln w="6350">
              <a:solidFill>
                <a:schemeClr val="bg1">
                  <a:alpha val="2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48" name="Freeform 47"/>
            <p:cNvSpPr/>
            <p:nvPr/>
          </p:nvSpPr>
          <p:spPr>
            <a:xfrm>
              <a:off x="-11875" y="3467595"/>
              <a:ext cx="9144000" cy="890650"/>
            </a:xfrm>
            <a:custGeom>
              <a:avLst/>
              <a:gdLst>
                <a:gd name="connsiteX0" fmla="*/ 0 w 9144000"/>
                <a:gd name="connsiteY0" fmla="*/ 890650 h 890650"/>
                <a:gd name="connsiteX1" fmla="*/ 1045028 w 9144000"/>
                <a:gd name="connsiteY1" fmla="*/ 475013 h 890650"/>
                <a:gd name="connsiteX2" fmla="*/ 3111335 w 9144000"/>
                <a:gd name="connsiteY2" fmla="*/ 71252 h 890650"/>
                <a:gd name="connsiteX3" fmla="*/ 5913911 w 9144000"/>
                <a:gd name="connsiteY3" fmla="*/ 71252 h 890650"/>
                <a:gd name="connsiteX4" fmla="*/ 9144000 w 9144000"/>
                <a:gd name="connsiteY4" fmla="*/ 498764 h 8906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44000" h="890650">
                  <a:moveTo>
                    <a:pt x="0" y="890650"/>
                  </a:moveTo>
                  <a:cubicBezTo>
                    <a:pt x="263236" y="751114"/>
                    <a:pt x="526472" y="611579"/>
                    <a:pt x="1045028" y="475013"/>
                  </a:cubicBezTo>
                  <a:cubicBezTo>
                    <a:pt x="1563584" y="338447"/>
                    <a:pt x="2299855" y="138545"/>
                    <a:pt x="3111335" y="71252"/>
                  </a:cubicBezTo>
                  <a:cubicBezTo>
                    <a:pt x="3922815" y="3959"/>
                    <a:pt x="4908467" y="0"/>
                    <a:pt x="5913911" y="71252"/>
                  </a:cubicBezTo>
                  <a:cubicBezTo>
                    <a:pt x="6919355" y="142504"/>
                    <a:pt x="8595756" y="427512"/>
                    <a:pt x="9144000" y="498764"/>
                  </a:cubicBezTo>
                </a:path>
              </a:pathLst>
            </a:custGeom>
            <a:ln w="6350">
              <a:solidFill>
                <a:schemeClr val="bg1">
                  <a:alpha val="2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49" name="Freeform 48"/>
            <p:cNvSpPr/>
            <p:nvPr/>
          </p:nvSpPr>
          <p:spPr>
            <a:xfrm>
              <a:off x="-23751" y="5640779"/>
              <a:ext cx="3004457" cy="1211283"/>
            </a:xfrm>
            <a:custGeom>
              <a:avLst/>
              <a:gdLst>
                <a:gd name="connsiteX0" fmla="*/ 0 w 3004457"/>
                <a:gd name="connsiteY0" fmla="*/ 0 h 1211283"/>
                <a:gd name="connsiteX1" fmla="*/ 3004457 w 3004457"/>
                <a:gd name="connsiteY1" fmla="*/ 1211283 h 1211283"/>
              </a:gdLst>
              <a:ahLst/>
              <a:cxnLst>
                <a:cxn ang="0">
                  <a:pos x="connsiteX0" y="connsiteY0"/>
                </a:cxn>
                <a:cxn ang="0">
                  <a:pos x="connsiteX1" y="connsiteY1"/>
                </a:cxn>
              </a:cxnLst>
              <a:rect l="l" t="t" r="r" b="b"/>
              <a:pathLst>
                <a:path w="3004457" h="1211283">
                  <a:moveTo>
                    <a:pt x="0" y="0"/>
                  </a:moveTo>
                  <a:cubicBezTo>
                    <a:pt x="1103415" y="501732"/>
                    <a:pt x="2206831" y="1003465"/>
                    <a:pt x="3004457" y="1211283"/>
                  </a:cubicBezTo>
                </a:path>
              </a:pathLst>
            </a:custGeom>
            <a:ln w="6350">
              <a:solidFill>
                <a:schemeClr val="bg1">
                  <a:alpha val="2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51" name="Freeform 50"/>
            <p:cNvSpPr/>
            <p:nvPr/>
          </p:nvSpPr>
          <p:spPr>
            <a:xfrm>
              <a:off x="-11875" y="5284519"/>
              <a:ext cx="9144000" cy="1478478"/>
            </a:xfrm>
            <a:custGeom>
              <a:avLst/>
              <a:gdLst>
                <a:gd name="connsiteX0" fmla="*/ 0 w 9144000"/>
                <a:gd name="connsiteY0" fmla="*/ 0 h 1478478"/>
                <a:gd name="connsiteX1" fmla="*/ 1104405 w 9144000"/>
                <a:gd name="connsiteY1" fmla="*/ 344385 h 1478478"/>
                <a:gd name="connsiteX2" fmla="*/ 3194462 w 9144000"/>
                <a:gd name="connsiteY2" fmla="*/ 866899 h 1478478"/>
                <a:gd name="connsiteX3" fmla="*/ 5676405 w 9144000"/>
                <a:gd name="connsiteY3" fmla="*/ 1282536 h 1478478"/>
                <a:gd name="connsiteX4" fmla="*/ 7730836 w 9144000"/>
                <a:gd name="connsiteY4" fmla="*/ 1448790 h 1478478"/>
                <a:gd name="connsiteX5" fmla="*/ 8573984 w 9144000"/>
                <a:gd name="connsiteY5" fmla="*/ 1460665 h 1478478"/>
                <a:gd name="connsiteX6" fmla="*/ 9144000 w 9144000"/>
                <a:gd name="connsiteY6" fmla="*/ 1425039 h 14784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144000" h="1478478">
                  <a:moveTo>
                    <a:pt x="0" y="0"/>
                  </a:moveTo>
                  <a:cubicBezTo>
                    <a:pt x="285997" y="99951"/>
                    <a:pt x="571995" y="199902"/>
                    <a:pt x="1104405" y="344385"/>
                  </a:cubicBezTo>
                  <a:cubicBezTo>
                    <a:pt x="1636815" y="488868"/>
                    <a:pt x="2432462" y="710541"/>
                    <a:pt x="3194462" y="866899"/>
                  </a:cubicBezTo>
                  <a:cubicBezTo>
                    <a:pt x="3956462" y="1023258"/>
                    <a:pt x="4920343" y="1185554"/>
                    <a:pt x="5676405" y="1282536"/>
                  </a:cubicBezTo>
                  <a:cubicBezTo>
                    <a:pt x="6432467" y="1379518"/>
                    <a:pt x="7247906" y="1419102"/>
                    <a:pt x="7730836" y="1448790"/>
                  </a:cubicBezTo>
                  <a:cubicBezTo>
                    <a:pt x="8213766" y="1478478"/>
                    <a:pt x="8338457" y="1464623"/>
                    <a:pt x="8573984" y="1460665"/>
                  </a:cubicBezTo>
                  <a:cubicBezTo>
                    <a:pt x="8809511" y="1456707"/>
                    <a:pt x="8976755" y="1440873"/>
                    <a:pt x="9144000" y="1425039"/>
                  </a:cubicBezTo>
                </a:path>
              </a:pathLst>
            </a:custGeom>
            <a:ln w="6350">
              <a:solidFill>
                <a:schemeClr val="bg1">
                  <a:alpha val="2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52" name="Freeform 51"/>
            <p:cNvSpPr/>
            <p:nvPr/>
          </p:nvSpPr>
          <p:spPr>
            <a:xfrm>
              <a:off x="2137558" y="5132120"/>
              <a:ext cx="6982691" cy="1719942"/>
            </a:xfrm>
            <a:custGeom>
              <a:avLst/>
              <a:gdLst>
                <a:gd name="connsiteX0" fmla="*/ 0 w 6982691"/>
                <a:gd name="connsiteY0" fmla="*/ 1719942 h 1719942"/>
                <a:gd name="connsiteX1" fmla="*/ 546265 w 6982691"/>
                <a:gd name="connsiteY1" fmla="*/ 1185553 h 1719942"/>
                <a:gd name="connsiteX2" fmla="*/ 1330037 w 6982691"/>
                <a:gd name="connsiteY2" fmla="*/ 710540 h 1719942"/>
                <a:gd name="connsiteX3" fmla="*/ 2078182 w 6982691"/>
                <a:gd name="connsiteY3" fmla="*/ 437407 h 1719942"/>
                <a:gd name="connsiteX4" fmla="*/ 3348842 w 6982691"/>
                <a:gd name="connsiteY4" fmla="*/ 152399 h 1719942"/>
                <a:gd name="connsiteX5" fmla="*/ 4001985 w 6982691"/>
                <a:gd name="connsiteY5" fmla="*/ 69272 h 1719942"/>
                <a:gd name="connsiteX6" fmla="*/ 5047013 w 6982691"/>
                <a:gd name="connsiteY6" fmla="*/ 9896 h 1719942"/>
                <a:gd name="connsiteX7" fmla="*/ 5890161 w 6982691"/>
                <a:gd name="connsiteY7" fmla="*/ 9896 h 1719942"/>
                <a:gd name="connsiteX8" fmla="*/ 6495803 w 6982691"/>
                <a:gd name="connsiteY8" fmla="*/ 9896 h 1719942"/>
                <a:gd name="connsiteX9" fmla="*/ 6899564 w 6982691"/>
                <a:gd name="connsiteY9" fmla="*/ 33646 h 1719942"/>
                <a:gd name="connsiteX10" fmla="*/ 6982691 w 6982691"/>
                <a:gd name="connsiteY10" fmla="*/ 45522 h 17199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6982691" h="1719942">
                  <a:moveTo>
                    <a:pt x="0" y="1719942"/>
                  </a:moveTo>
                  <a:cubicBezTo>
                    <a:pt x="162296" y="1536864"/>
                    <a:pt x="324592" y="1353787"/>
                    <a:pt x="546265" y="1185553"/>
                  </a:cubicBezTo>
                  <a:cubicBezTo>
                    <a:pt x="767938" y="1017319"/>
                    <a:pt x="1074718" y="835231"/>
                    <a:pt x="1330037" y="710540"/>
                  </a:cubicBezTo>
                  <a:cubicBezTo>
                    <a:pt x="1585356" y="585849"/>
                    <a:pt x="1741715" y="530430"/>
                    <a:pt x="2078182" y="437407"/>
                  </a:cubicBezTo>
                  <a:cubicBezTo>
                    <a:pt x="2414649" y="344384"/>
                    <a:pt x="3028208" y="213755"/>
                    <a:pt x="3348842" y="152399"/>
                  </a:cubicBezTo>
                  <a:cubicBezTo>
                    <a:pt x="3669476" y="91043"/>
                    <a:pt x="3718957" y="93022"/>
                    <a:pt x="4001985" y="69272"/>
                  </a:cubicBezTo>
                  <a:cubicBezTo>
                    <a:pt x="4285013" y="45522"/>
                    <a:pt x="4732317" y="19792"/>
                    <a:pt x="5047013" y="9896"/>
                  </a:cubicBezTo>
                  <a:cubicBezTo>
                    <a:pt x="5361709" y="0"/>
                    <a:pt x="5890161" y="9896"/>
                    <a:pt x="5890161" y="9896"/>
                  </a:cubicBezTo>
                  <a:lnTo>
                    <a:pt x="6495803" y="9896"/>
                  </a:lnTo>
                  <a:cubicBezTo>
                    <a:pt x="6664037" y="13854"/>
                    <a:pt x="6818416" y="27708"/>
                    <a:pt x="6899564" y="33646"/>
                  </a:cubicBezTo>
                  <a:cubicBezTo>
                    <a:pt x="6980712" y="39584"/>
                    <a:pt x="6953003" y="37605"/>
                    <a:pt x="6982691" y="45522"/>
                  </a:cubicBezTo>
                </a:path>
              </a:pathLst>
            </a:custGeom>
            <a:ln w="6350">
              <a:solidFill>
                <a:schemeClr val="bg1">
                  <a:alpha val="2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53" name="Hexagon 52"/>
            <p:cNvSpPr/>
            <p:nvPr/>
          </p:nvSpPr>
          <p:spPr>
            <a:xfrm rot="1800000">
              <a:off x="2996165" y="2859252"/>
              <a:ext cx="1601400" cy="1388236"/>
            </a:xfrm>
            <a:prstGeom prst="hexagon">
              <a:avLst>
                <a:gd name="adj" fmla="val 28544"/>
                <a:gd name="vf" fmla="val 115470"/>
              </a:avLst>
            </a:prstGeom>
            <a:solidFill>
              <a:schemeClr val="bg1">
                <a:alpha val="1000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4" name="Hexagon 53"/>
            <p:cNvSpPr/>
            <p:nvPr/>
          </p:nvSpPr>
          <p:spPr>
            <a:xfrm rot="1800000">
              <a:off x="3720065" y="4126078"/>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5" name="Hexagon 54"/>
            <p:cNvSpPr/>
            <p:nvPr/>
          </p:nvSpPr>
          <p:spPr>
            <a:xfrm rot="1800000">
              <a:off x="3729591" y="1592427"/>
              <a:ext cx="1601400" cy="1388236"/>
            </a:xfrm>
            <a:prstGeom prst="hexagon">
              <a:avLst>
                <a:gd name="adj" fmla="val 28544"/>
                <a:gd name="vf" fmla="val 115470"/>
              </a:avLst>
            </a:prstGeom>
            <a:solidFill>
              <a:schemeClr val="bg1">
                <a:alpha val="7000"/>
              </a:schemeClr>
            </a:solidFill>
            <a:ln w="12700">
              <a:solidFill>
                <a:schemeClr val="bg1">
                  <a:alpha val="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6" name="Hexagon 55"/>
            <p:cNvSpPr/>
            <p:nvPr/>
          </p:nvSpPr>
          <p:spPr>
            <a:xfrm rot="1800000">
              <a:off x="2977115" y="325603"/>
              <a:ext cx="1601400" cy="1388236"/>
            </a:xfrm>
            <a:prstGeom prst="hexagon">
              <a:avLst>
                <a:gd name="adj" fmla="val 28544"/>
                <a:gd name="vf" fmla="val 115470"/>
              </a:avLst>
            </a:prstGeom>
            <a:solidFill>
              <a:schemeClr val="bg1">
                <a:alpha val="4000"/>
              </a:schemeClr>
            </a:solidFill>
            <a:ln w="12700">
              <a:solidFill>
                <a:schemeClr val="bg1">
                  <a:alpha val="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7" name="Hexagon 56"/>
            <p:cNvSpPr/>
            <p:nvPr/>
          </p:nvSpPr>
          <p:spPr>
            <a:xfrm rot="1800000">
              <a:off x="4463014" y="5383378"/>
              <a:ext cx="1601400" cy="1388236"/>
            </a:xfrm>
            <a:prstGeom prst="hexagon">
              <a:avLst>
                <a:gd name="adj" fmla="val 28544"/>
                <a:gd name="vf" fmla="val 115470"/>
              </a:avLst>
            </a:prstGeom>
            <a:solidFill>
              <a:schemeClr val="bg1">
                <a:alpha val="600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 name="Freeform 57"/>
            <p:cNvSpPr/>
            <p:nvPr/>
          </p:nvSpPr>
          <p:spPr>
            <a:xfrm rot="1800000">
              <a:off x="-382404" y="4201528"/>
              <a:ext cx="1261499" cy="1388236"/>
            </a:xfrm>
            <a:custGeom>
              <a:avLst/>
              <a:gdLst>
                <a:gd name="connsiteX0" fmla="*/ 0 w 1601400"/>
                <a:gd name="connsiteY0" fmla="*/ 694118 h 1388236"/>
                <a:gd name="connsiteX1" fmla="*/ 396258 w 1601400"/>
                <a:gd name="connsiteY1" fmla="*/ 0 h 1388236"/>
                <a:gd name="connsiteX2" fmla="*/ 1205142 w 1601400"/>
                <a:gd name="connsiteY2" fmla="*/ 0 h 1388236"/>
                <a:gd name="connsiteX3" fmla="*/ 1601400 w 1601400"/>
                <a:gd name="connsiteY3" fmla="*/ 694118 h 1388236"/>
                <a:gd name="connsiteX4" fmla="*/ 1205142 w 1601400"/>
                <a:gd name="connsiteY4" fmla="*/ 1388236 h 1388236"/>
                <a:gd name="connsiteX5" fmla="*/ 396258 w 1601400"/>
                <a:gd name="connsiteY5" fmla="*/ 1388236 h 1388236"/>
                <a:gd name="connsiteX6" fmla="*/ 0 w 1601400"/>
                <a:gd name="connsiteY6" fmla="*/ 694118 h 1388236"/>
                <a:gd name="connsiteX0" fmla="*/ 0 w 1261499"/>
                <a:gd name="connsiteY0" fmla="*/ 105098 h 1388236"/>
                <a:gd name="connsiteX1" fmla="*/ 56357 w 1261499"/>
                <a:gd name="connsiteY1" fmla="*/ 0 h 1388236"/>
                <a:gd name="connsiteX2" fmla="*/ 865241 w 1261499"/>
                <a:gd name="connsiteY2" fmla="*/ 0 h 1388236"/>
                <a:gd name="connsiteX3" fmla="*/ 1261499 w 1261499"/>
                <a:gd name="connsiteY3" fmla="*/ 694118 h 1388236"/>
                <a:gd name="connsiteX4" fmla="*/ 865241 w 1261499"/>
                <a:gd name="connsiteY4" fmla="*/ 1388236 h 1388236"/>
                <a:gd name="connsiteX5" fmla="*/ 56357 w 1261499"/>
                <a:gd name="connsiteY5" fmla="*/ 1388236 h 1388236"/>
                <a:gd name="connsiteX6" fmla="*/ 0 w 1261499"/>
                <a:gd name="connsiteY6" fmla="*/ 105098 h 1388236"/>
                <a:gd name="connsiteX0" fmla="*/ 0 w 1261499"/>
                <a:gd name="connsiteY0" fmla="*/ 105098 h 1388236"/>
                <a:gd name="connsiteX1" fmla="*/ 56357 w 1261499"/>
                <a:gd name="connsiteY1" fmla="*/ 0 h 1388236"/>
                <a:gd name="connsiteX2" fmla="*/ 865241 w 1261499"/>
                <a:gd name="connsiteY2" fmla="*/ 0 h 1388236"/>
                <a:gd name="connsiteX3" fmla="*/ 1261499 w 1261499"/>
                <a:gd name="connsiteY3" fmla="*/ 694118 h 1388236"/>
                <a:gd name="connsiteX4" fmla="*/ 865241 w 1261499"/>
                <a:gd name="connsiteY4" fmla="*/ 1388236 h 1388236"/>
                <a:gd name="connsiteX5" fmla="*/ 744578 w 1261499"/>
                <a:gd name="connsiteY5" fmla="*/ 1387893 h 1388236"/>
                <a:gd name="connsiteX6" fmla="*/ 0 w 1261499"/>
                <a:gd name="connsiteY6" fmla="*/ 105098 h 1388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61499" h="1388236">
                  <a:moveTo>
                    <a:pt x="0" y="105098"/>
                  </a:moveTo>
                  <a:lnTo>
                    <a:pt x="56357" y="0"/>
                  </a:lnTo>
                  <a:lnTo>
                    <a:pt x="865241" y="0"/>
                  </a:lnTo>
                  <a:lnTo>
                    <a:pt x="1261499" y="694118"/>
                  </a:lnTo>
                  <a:lnTo>
                    <a:pt x="865241" y="1388236"/>
                  </a:lnTo>
                  <a:lnTo>
                    <a:pt x="744578" y="1387893"/>
                  </a:lnTo>
                  <a:lnTo>
                    <a:pt x="0" y="105098"/>
                  </a:lnTo>
                  <a:close/>
                </a:path>
              </a:pathLst>
            </a:custGeom>
            <a:solidFill>
              <a:schemeClr val="bg1">
                <a:alpha val="1000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9" name="Hexagon 58"/>
            <p:cNvSpPr/>
            <p:nvPr/>
          </p:nvSpPr>
          <p:spPr>
            <a:xfrm rot="1800000">
              <a:off x="24365" y="5402429"/>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0" name="Hexagon 59"/>
            <p:cNvSpPr/>
            <p:nvPr/>
          </p:nvSpPr>
          <p:spPr>
            <a:xfrm rot="1800000">
              <a:off x="52941" y="2849728"/>
              <a:ext cx="1601400" cy="1388236"/>
            </a:xfrm>
            <a:prstGeom prst="hexagon">
              <a:avLst>
                <a:gd name="adj" fmla="val 28544"/>
                <a:gd name="vf" fmla="val 115470"/>
              </a:avLst>
            </a:prstGeom>
            <a:solidFill>
              <a:schemeClr val="bg1">
                <a:alpha val="7000"/>
              </a:schemeClr>
            </a:solidFill>
            <a:ln w="12700">
              <a:solidFill>
                <a:schemeClr val="bg1">
                  <a:alpha val="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 name="Hexagon 60"/>
            <p:cNvSpPr/>
            <p:nvPr/>
          </p:nvSpPr>
          <p:spPr>
            <a:xfrm rot="1800000">
              <a:off x="776840" y="4126077"/>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2" name="Hexagon 61"/>
            <p:cNvSpPr/>
            <p:nvPr/>
          </p:nvSpPr>
          <p:spPr>
            <a:xfrm rot="1800000">
              <a:off x="1510265" y="5411953"/>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3" name="Hexagon 62"/>
            <p:cNvSpPr/>
            <p:nvPr/>
          </p:nvSpPr>
          <p:spPr>
            <a:xfrm rot="1800000">
              <a:off x="1529316" y="2859252"/>
              <a:ext cx="1601400" cy="1388236"/>
            </a:xfrm>
            <a:prstGeom prst="hexagon">
              <a:avLst>
                <a:gd name="adj" fmla="val 28544"/>
                <a:gd name="vf" fmla="val 115470"/>
              </a:avLst>
            </a:prstGeom>
            <a:solidFill>
              <a:schemeClr val="bg1">
                <a:alpha val="7000"/>
              </a:schemeClr>
            </a:solidFill>
            <a:ln w="12700">
              <a:solidFill>
                <a:schemeClr val="bg1">
                  <a:alpha val="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4" name="Hexagon 63"/>
            <p:cNvSpPr/>
            <p:nvPr/>
          </p:nvSpPr>
          <p:spPr>
            <a:xfrm rot="1800000">
              <a:off x="795890" y="1563853"/>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5" name="Hexagon 64"/>
            <p:cNvSpPr/>
            <p:nvPr/>
          </p:nvSpPr>
          <p:spPr>
            <a:xfrm rot="1800000">
              <a:off x="6806166" y="4145128"/>
              <a:ext cx="1601400" cy="1388236"/>
            </a:xfrm>
            <a:prstGeom prst="hexagon">
              <a:avLst>
                <a:gd name="adj" fmla="val 28544"/>
                <a:gd name="vf" fmla="val 115470"/>
              </a:avLst>
            </a:prstGeom>
            <a:solidFill>
              <a:schemeClr val="bg1">
                <a:alpha val="1000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6" name="Hexagon 65"/>
            <p:cNvSpPr/>
            <p:nvPr/>
          </p:nvSpPr>
          <p:spPr>
            <a:xfrm rot="1800000">
              <a:off x="7549116" y="5421479"/>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7" name="Hexagon 66"/>
            <p:cNvSpPr/>
            <p:nvPr/>
          </p:nvSpPr>
          <p:spPr>
            <a:xfrm rot="1800000">
              <a:off x="7549117" y="2868778"/>
              <a:ext cx="1601400" cy="1388236"/>
            </a:xfrm>
            <a:prstGeom prst="hexagon">
              <a:avLst>
                <a:gd name="adj" fmla="val 28544"/>
                <a:gd name="vf" fmla="val 115470"/>
              </a:avLst>
            </a:prstGeom>
            <a:solidFill>
              <a:schemeClr val="bg1">
                <a:alpha val="7000"/>
              </a:schemeClr>
            </a:solidFill>
            <a:ln w="12700">
              <a:solidFill>
                <a:schemeClr val="bg1">
                  <a:alpha val="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8" name="Freeform 67"/>
            <p:cNvSpPr/>
            <p:nvPr/>
          </p:nvSpPr>
          <p:spPr>
            <a:xfrm rot="1800000">
              <a:off x="8306521" y="4055629"/>
              <a:ext cx="1243407" cy="1388236"/>
            </a:xfrm>
            <a:custGeom>
              <a:avLst/>
              <a:gdLst>
                <a:gd name="connsiteX0" fmla="*/ 0 w 1601400"/>
                <a:gd name="connsiteY0" fmla="*/ 694118 h 1388236"/>
                <a:gd name="connsiteX1" fmla="*/ 396258 w 1601400"/>
                <a:gd name="connsiteY1" fmla="*/ 0 h 1388236"/>
                <a:gd name="connsiteX2" fmla="*/ 1205142 w 1601400"/>
                <a:gd name="connsiteY2" fmla="*/ 0 h 1388236"/>
                <a:gd name="connsiteX3" fmla="*/ 1601400 w 1601400"/>
                <a:gd name="connsiteY3" fmla="*/ 694118 h 1388236"/>
                <a:gd name="connsiteX4" fmla="*/ 1205142 w 1601400"/>
                <a:gd name="connsiteY4" fmla="*/ 1388236 h 1388236"/>
                <a:gd name="connsiteX5" fmla="*/ 396258 w 1601400"/>
                <a:gd name="connsiteY5" fmla="*/ 1388236 h 1388236"/>
                <a:gd name="connsiteX6" fmla="*/ 0 w 1601400"/>
                <a:gd name="connsiteY6" fmla="*/ 694118 h 1388236"/>
                <a:gd name="connsiteX0" fmla="*/ 0 w 1601400"/>
                <a:gd name="connsiteY0" fmla="*/ 694118 h 1388236"/>
                <a:gd name="connsiteX1" fmla="*/ 396258 w 1601400"/>
                <a:gd name="connsiteY1" fmla="*/ 0 h 1388236"/>
                <a:gd name="connsiteX2" fmla="*/ 474029 w 1601400"/>
                <a:gd name="connsiteY2" fmla="*/ 4016 h 1388236"/>
                <a:gd name="connsiteX3" fmla="*/ 1601400 w 1601400"/>
                <a:gd name="connsiteY3" fmla="*/ 694118 h 1388236"/>
                <a:gd name="connsiteX4" fmla="*/ 1205142 w 1601400"/>
                <a:gd name="connsiteY4" fmla="*/ 1388236 h 1388236"/>
                <a:gd name="connsiteX5" fmla="*/ 396258 w 1601400"/>
                <a:gd name="connsiteY5" fmla="*/ 1388236 h 1388236"/>
                <a:gd name="connsiteX6" fmla="*/ 0 w 1601400"/>
                <a:gd name="connsiteY6" fmla="*/ 694118 h 1388236"/>
                <a:gd name="connsiteX0" fmla="*/ 0 w 1243407"/>
                <a:gd name="connsiteY0" fmla="*/ 694118 h 1388236"/>
                <a:gd name="connsiteX1" fmla="*/ 396258 w 1243407"/>
                <a:gd name="connsiteY1" fmla="*/ 0 h 1388236"/>
                <a:gd name="connsiteX2" fmla="*/ 474029 w 1243407"/>
                <a:gd name="connsiteY2" fmla="*/ 4016 h 1388236"/>
                <a:gd name="connsiteX3" fmla="*/ 1243407 w 1243407"/>
                <a:gd name="connsiteY3" fmla="*/ 1325983 h 1388236"/>
                <a:gd name="connsiteX4" fmla="*/ 1205142 w 1243407"/>
                <a:gd name="connsiteY4" fmla="*/ 1388236 h 1388236"/>
                <a:gd name="connsiteX5" fmla="*/ 396258 w 1243407"/>
                <a:gd name="connsiteY5" fmla="*/ 1388236 h 1388236"/>
                <a:gd name="connsiteX6" fmla="*/ 0 w 1243407"/>
                <a:gd name="connsiteY6" fmla="*/ 694118 h 1388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43407" h="1388236">
                  <a:moveTo>
                    <a:pt x="0" y="694118"/>
                  </a:moveTo>
                  <a:lnTo>
                    <a:pt x="396258" y="0"/>
                  </a:lnTo>
                  <a:lnTo>
                    <a:pt x="474029" y="4016"/>
                  </a:lnTo>
                  <a:lnTo>
                    <a:pt x="1243407" y="1325983"/>
                  </a:lnTo>
                  <a:lnTo>
                    <a:pt x="1205142" y="1388236"/>
                  </a:lnTo>
                  <a:lnTo>
                    <a:pt x="396258" y="1388236"/>
                  </a:lnTo>
                  <a:lnTo>
                    <a:pt x="0" y="694118"/>
                  </a:lnTo>
                  <a:close/>
                </a:path>
              </a:pathLst>
            </a:custGeom>
            <a:solidFill>
              <a:schemeClr val="bg1">
                <a:alpha val="400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9" name="Freeform 68"/>
            <p:cNvSpPr/>
            <p:nvPr/>
          </p:nvSpPr>
          <p:spPr>
            <a:xfrm rot="1800000">
              <a:off x="8306771" y="1511524"/>
              <a:ext cx="1241871" cy="1388822"/>
            </a:xfrm>
            <a:custGeom>
              <a:avLst/>
              <a:gdLst>
                <a:gd name="connsiteX0" fmla="*/ 0 w 1601400"/>
                <a:gd name="connsiteY0" fmla="*/ 694118 h 1388236"/>
                <a:gd name="connsiteX1" fmla="*/ 396258 w 1601400"/>
                <a:gd name="connsiteY1" fmla="*/ 0 h 1388236"/>
                <a:gd name="connsiteX2" fmla="*/ 1205142 w 1601400"/>
                <a:gd name="connsiteY2" fmla="*/ 0 h 1388236"/>
                <a:gd name="connsiteX3" fmla="*/ 1601400 w 1601400"/>
                <a:gd name="connsiteY3" fmla="*/ 694118 h 1388236"/>
                <a:gd name="connsiteX4" fmla="*/ 1205142 w 1601400"/>
                <a:gd name="connsiteY4" fmla="*/ 1388236 h 1388236"/>
                <a:gd name="connsiteX5" fmla="*/ 396258 w 1601400"/>
                <a:gd name="connsiteY5" fmla="*/ 1388236 h 1388236"/>
                <a:gd name="connsiteX6" fmla="*/ 0 w 1601400"/>
                <a:gd name="connsiteY6" fmla="*/ 694118 h 1388236"/>
                <a:gd name="connsiteX0" fmla="*/ 0 w 1601400"/>
                <a:gd name="connsiteY0" fmla="*/ 694704 h 1388822"/>
                <a:gd name="connsiteX1" fmla="*/ 396258 w 1601400"/>
                <a:gd name="connsiteY1" fmla="*/ 586 h 1388822"/>
                <a:gd name="connsiteX2" fmla="*/ 482002 w 1601400"/>
                <a:gd name="connsiteY2" fmla="*/ 0 h 1388822"/>
                <a:gd name="connsiteX3" fmla="*/ 1601400 w 1601400"/>
                <a:gd name="connsiteY3" fmla="*/ 694704 h 1388822"/>
                <a:gd name="connsiteX4" fmla="*/ 1205142 w 1601400"/>
                <a:gd name="connsiteY4" fmla="*/ 1388822 h 1388822"/>
                <a:gd name="connsiteX5" fmla="*/ 396258 w 1601400"/>
                <a:gd name="connsiteY5" fmla="*/ 1388822 h 1388822"/>
                <a:gd name="connsiteX6" fmla="*/ 0 w 1601400"/>
                <a:gd name="connsiteY6" fmla="*/ 694704 h 1388822"/>
                <a:gd name="connsiteX0" fmla="*/ 0 w 1241871"/>
                <a:gd name="connsiteY0" fmla="*/ 694704 h 1388822"/>
                <a:gd name="connsiteX1" fmla="*/ 396258 w 1241871"/>
                <a:gd name="connsiteY1" fmla="*/ 586 h 1388822"/>
                <a:gd name="connsiteX2" fmla="*/ 482002 w 1241871"/>
                <a:gd name="connsiteY2" fmla="*/ 0 h 1388822"/>
                <a:gd name="connsiteX3" fmla="*/ 1241871 w 1241871"/>
                <a:gd name="connsiteY3" fmla="*/ 1323912 h 1388822"/>
                <a:gd name="connsiteX4" fmla="*/ 1205142 w 1241871"/>
                <a:gd name="connsiteY4" fmla="*/ 1388822 h 1388822"/>
                <a:gd name="connsiteX5" fmla="*/ 396258 w 1241871"/>
                <a:gd name="connsiteY5" fmla="*/ 1388822 h 1388822"/>
                <a:gd name="connsiteX6" fmla="*/ 0 w 1241871"/>
                <a:gd name="connsiteY6" fmla="*/ 694704 h 13888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41871" h="1388822">
                  <a:moveTo>
                    <a:pt x="0" y="694704"/>
                  </a:moveTo>
                  <a:lnTo>
                    <a:pt x="396258" y="586"/>
                  </a:lnTo>
                  <a:lnTo>
                    <a:pt x="482002" y="0"/>
                  </a:lnTo>
                  <a:lnTo>
                    <a:pt x="1241871" y="1323912"/>
                  </a:lnTo>
                  <a:lnTo>
                    <a:pt x="1205142" y="1388822"/>
                  </a:lnTo>
                  <a:lnTo>
                    <a:pt x="396258" y="1388822"/>
                  </a:lnTo>
                  <a:lnTo>
                    <a:pt x="0" y="694704"/>
                  </a:lnTo>
                  <a:close/>
                </a:path>
              </a:pathLst>
            </a:cu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46" name="Rectangle 45"/>
          <p:cNvSpPr/>
          <p:nvPr/>
        </p:nvSpPr>
        <p:spPr>
          <a:xfrm>
            <a:off x="4561242" y="-21511"/>
            <a:ext cx="3679116" cy="6271840"/>
          </a:xfrm>
          <a:prstGeom prst="rect">
            <a:avLst/>
          </a:prstGeom>
          <a:solidFill>
            <a:srgbClr val="F5F5F5"/>
          </a:solidFill>
          <a:ln>
            <a:solidFill>
              <a:schemeClr val="bg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 name="Rectangle 46"/>
          <p:cNvSpPr/>
          <p:nvPr/>
        </p:nvSpPr>
        <p:spPr>
          <a:xfrm>
            <a:off x="4649096" y="-21511"/>
            <a:ext cx="3505200" cy="231288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ctrTitle"/>
          </p:nvPr>
        </p:nvSpPr>
        <p:spPr>
          <a:xfrm>
            <a:off x="4733365" y="2708476"/>
            <a:ext cx="3313355" cy="1702160"/>
          </a:xfrm>
        </p:spPr>
        <p:txBody>
          <a:bodyPr>
            <a:normAutofit/>
          </a:bodyPr>
          <a:lstStyle>
            <a:lvl1pPr>
              <a:defRPr sz="3600"/>
            </a:lvl1pPr>
          </a:lstStyle>
          <a:p>
            <a:r>
              <a:rPr lang="en-US" smtClean="0"/>
              <a:t>Click to edit Master title style</a:t>
            </a:r>
            <a:endParaRPr lang="en-US" dirty="0"/>
          </a:p>
        </p:txBody>
      </p:sp>
      <p:sp>
        <p:nvSpPr>
          <p:cNvPr id="3" name="Subtitle 2"/>
          <p:cNvSpPr>
            <a:spLocks noGrp="1"/>
          </p:cNvSpPr>
          <p:nvPr>
            <p:ph type="subTitle" idx="1"/>
          </p:nvPr>
        </p:nvSpPr>
        <p:spPr>
          <a:xfrm>
            <a:off x="4733365" y="4421080"/>
            <a:ext cx="3309803" cy="1260629"/>
          </a:xfrm>
        </p:spPr>
        <p:txBody>
          <a:bodyPr>
            <a:normAutofit/>
          </a:bodyPr>
          <a:lstStyle>
            <a:lvl1pPr marL="0" indent="0" algn="l">
              <a:buNone/>
              <a:defRPr sz="1800">
                <a:solidFill>
                  <a:srgbClr val="424242"/>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dirty="0"/>
          </a:p>
        </p:txBody>
      </p:sp>
      <p:sp>
        <p:nvSpPr>
          <p:cNvPr id="4" name="Date Placeholder 3"/>
          <p:cNvSpPr>
            <a:spLocks noGrp="1"/>
          </p:cNvSpPr>
          <p:nvPr>
            <p:ph type="dt" sz="half" idx="10"/>
          </p:nvPr>
        </p:nvSpPr>
        <p:spPr>
          <a:xfrm>
            <a:off x="4738744" y="1516828"/>
            <a:ext cx="2133600" cy="750981"/>
          </a:xfrm>
        </p:spPr>
        <p:txBody>
          <a:bodyPr anchor="b"/>
          <a:lstStyle>
            <a:lvl1pPr algn="l">
              <a:defRPr sz="2400"/>
            </a:lvl1pPr>
          </a:lstStyle>
          <a:p>
            <a:fld id="{0C76BAE5-F616-4149-AADA-55702337AFBA}" type="datetimeFigureOut">
              <a:rPr lang="en-US" smtClean="0"/>
              <a:t>5/7/14</a:t>
            </a:fld>
            <a:endParaRPr lang="en-US"/>
          </a:p>
        </p:txBody>
      </p:sp>
      <p:sp>
        <p:nvSpPr>
          <p:cNvPr id="50" name="Rectangle 49"/>
          <p:cNvSpPr/>
          <p:nvPr/>
        </p:nvSpPr>
        <p:spPr>
          <a:xfrm>
            <a:off x="4650889" y="6088284"/>
            <a:ext cx="3505200" cy="8174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Footer Placeholder 4"/>
          <p:cNvSpPr>
            <a:spLocks noGrp="1"/>
          </p:cNvSpPr>
          <p:nvPr>
            <p:ph type="ftr" sz="quarter" idx="11"/>
          </p:nvPr>
        </p:nvSpPr>
        <p:spPr>
          <a:xfrm>
            <a:off x="5303520" y="5719966"/>
            <a:ext cx="2831592" cy="365125"/>
          </a:xfrm>
        </p:spPr>
        <p:txBody>
          <a:bodyPr>
            <a:normAutofit/>
          </a:bodyPr>
          <a:lstStyle>
            <a:lvl1pPr>
              <a:defRPr>
                <a:solidFill>
                  <a:schemeClr val="accent1"/>
                </a:solidFill>
              </a:defRPr>
            </a:lvl1pPr>
          </a:lstStyle>
          <a:p>
            <a:endParaRPr lang="en-US"/>
          </a:p>
        </p:txBody>
      </p:sp>
      <p:sp>
        <p:nvSpPr>
          <p:cNvPr id="6" name="Slide Number Placeholder 5"/>
          <p:cNvSpPr>
            <a:spLocks noGrp="1"/>
          </p:cNvSpPr>
          <p:nvPr>
            <p:ph type="sldNum" sz="quarter" idx="12"/>
          </p:nvPr>
        </p:nvSpPr>
        <p:spPr>
          <a:xfrm>
            <a:off x="4649096" y="5719966"/>
            <a:ext cx="643666" cy="365125"/>
          </a:xfrm>
        </p:spPr>
        <p:txBody>
          <a:bodyPr/>
          <a:lstStyle>
            <a:lvl1pPr>
              <a:defRPr>
                <a:solidFill>
                  <a:schemeClr val="accent1"/>
                </a:solidFill>
              </a:defRPr>
            </a:lvl1pPr>
          </a:lstStyle>
          <a:p>
            <a:fld id="{AFBF6EB6-F296-4398-807F-21A0180D7CA1}" type="slidenum">
              <a:rPr lang="en-US" smtClean="0"/>
              <a:t>‹#›</a:t>
            </a:fld>
            <a:endParaRPr lang="en-US"/>
          </a:p>
        </p:txBody>
      </p:sp>
      <p:sp>
        <p:nvSpPr>
          <p:cNvPr id="89" name="Rectangle 88"/>
          <p:cNvSpPr/>
          <p:nvPr/>
        </p:nvSpPr>
        <p:spPr>
          <a:xfrm>
            <a:off x="4650889" y="6088284"/>
            <a:ext cx="3505200" cy="8174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0C76BAE5-F616-4149-AADA-55702337AFBA}" type="datetimeFigureOut">
              <a:rPr lang="en-US" smtClean="0"/>
              <a:t>5/7/14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FBF6EB6-F296-4398-807F-21A0180D7CA1}" type="slidenum">
              <a:rPr lang="en-US" smtClean="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258645" y="2900829"/>
            <a:ext cx="6637468" cy="1362075"/>
          </a:xfrm>
        </p:spPr>
        <p:txBody>
          <a:bodyPr anchor="b"/>
          <a:lstStyle>
            <a:lvl1pPr algn="l">
              <a:defRPr sz="4000" b="0" cap="none" baseline="0"/>
            </a:lvl1pPr>
          </a:lstStyle>
          <a:p>
            <a:r>
              <a:rPr lang="en-US" smtClean="0"/>
              <a:t>Click to edit Master title style</a:t>
            </a:r>
            <a:endParaRPr lang="en-US" dirty="0"/>
          </a:p>
        </p:txBody>
      </p:sp>
      <p:sp>
        <p:nvSpPr>
          <p:cNvPr id="3" name="Text Placeholder 2"/>
          <p:cNvSpPr>
            <a:spLocks noGrp="1"/>
          </p:cNvSpPr>
          <p:nvPr>
            <p:ph type="body" idx="1"/>
          </p:nvPr>
        </p:nvSpPr>
        <p:spPr>
          <a:xfrm>
            <a:off x="1258645" y="4267200"/>
            <a:ext cx="6637467" cy="1520413"/>
          </a:xfrm>
        </p:spPr>
        <p:txBody>
          <a:bodyPr anchor="t"/>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0C76BAE5-F616-4149-AADA-55702337AFBA}" type="datetimeFigureOut">
              <a:rPr lang="en-US" smtClean="0"/>
              <a:t>5/7/14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FBF6EB6-F296-4398-807F-21A0180D7CA1}" type="slidenum">
              <a:rPr lang="en-US" smtClean="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5" name="Date Placeholder 4"/>
          <p:cNvSpPr>
            <a:spLocks noGrp="1"/>
          </p:cNvSpPr>
          <p:nvPr>
            <p:ph type="dt" sz="half" idx="10"/>
          </p:nvPr>
        </p:nvSpPr>
        <p:spPr/>
        <p:txBody>
          <a:bodyPr/>
          <a:lstStyle/>
          <a:p>
            <a:fld id="{0C76BAE5-F616-4149-AADA-55702337AFBA}" type="datetimeFigureOut">
              <a:rPr lang="en-US" smtClean="0"/>
              <a:t>5/7/14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FBF6EB6-F296-4398-807F-21A0180D7CA1}" type="slidenum">
              <a:rPr lang="en-US" smtClean="0"/>
              <a:t>‹#›</a:t>
            </a:fld>
            <a:endParaRPr lang="en-US"/>
          </a:p>
        </p:txBody>
      </p:sp>
      <p:sp>
        <p:nvSpPr>
          <p:cNvPr id="9" name="Content Placeholder 8"/>
          <p:cNvSpPr>
            <a:spLocks noGrp="1"/>
          </p:cNvSpPr>
          <p:nvPr>
            <p:ph sz="quarter" idx="13"/>
          </p:nvPr>
        </p:nvSpPr>
        <p:spPr>
          <a:xfrm>
            <a:off x="1042416" y="2313432"/>
            <a:ext cx="3419856" cy="349300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11" name="Content Placeholder 10"/>
          <p:cNvSpPr>
            <a:spLocks noGrp="1"/>
          </p:cNvSpPr>
          <p:nvPr>
            <p:ph sz="quarter" idx="14"/>
          </p:nvPr>
        </p:nvSpPr>
        <p:spPr>
          <a:xfrm>
            <a:off x="4645152" y="2313431"/>
            <a:ext cx="3419856" cy="349300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1412111" y="2316009"/>
            <a:ext cx="3057148" cy="639762"/>
          </a:xfrm>
        </p:spPr>
        <p:txBody>
          <a:bodyPr anchor="b"/>
          <a:lstStyle>
            <a:lvl1pPr marL="0" indent="0">
              <a:buNone/>
              <a:defRPr sz="2400" b="1">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1041721" y="2974694"/>
            <a:ext cx="3419856" cy="2835797"/>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5011837" y="2316010"/>
            <a:ext cx="3055717" cy="639762"/>
          </a:xfrm>
        </p:spPr>
        <p:txBody>
          <a:bodyPr anchor="b"/>
          <a:lstStyle>
            <a:lvl1pPr marL="0" indent="0">
              <a:buNone/>
              <a:defRPr sz="2400" b="1">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152" y="2974694"/>
            <a:ext cx="3419856" cy="2835797"/>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0C76BAE5-F616-4149-AADA-55702337AFBA}" type="datetimeFigureOut">
              <a:rPr lang="en-US" smtClean="0"/>
              <a:t>5/7/14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AFBF6EB6-F296-4398-807F-21A0180D7CA1}" type="slidenum">
              <a:rPr lang="en-US" smtClean="0"/>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0C76BAE5-F616-4149-AADA-55702337AFBA}" type="datetimeFigureOut">
              <a:rPr lang="en-US" smtClean="0"/>
              <a:t>5/7/14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AFBF6EB6-F296-4398-807F-21A0180D7CA1}"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C76BAE5-F616-4149-AADA-55702337AFBA}" type="datetimeFigureOut">
              <a:rPr lang="en-US" smtClean="0"/>
              <a:t>5/7/14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AFBF6EB6-F296-4398-807F-21A0180D7CA1}"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grpSp>
        <p:nvGrpSpPr>
          <p:cNvPr id="44" name="Group 43"/>
          <p:cNvGrpSpPr/>
          <p:nvPr/>
        </p:nvGrpSpPr>
        <p:grpSpPr>
          <a:xfrm>
            <a:off x="-382404" y="0"/>
            <a:ext cx="9932332" cy="6858000"/>
            <a:chOff x="-382404" y="0"/>
            <a:chExt cx="9932332" cy="6858000"/>
          </a:xfrm>
        </p:grpSpPr>
        <p:grpSp>
          <p:nvGrpSpPr>
            <p:cNvPr id="45" name="Group 44"/>
            <p:cNvGrpSpPr/>
            <p:nvPr/>
          </p:nvGrpSpPr>
          <p:grpSpPr>
            <a:xfrm>
              <a:off x="0" y="0"/>
              <a:ext cx="9144000" cy="6858000"/>
              <a:chOff x="0" y="0"/>
              <a:chExt cx="9144000" cy="6858000"/>
            </a:xfrm>
          </p:grpSpPr>
          <p:grpSp>
            <p:nvGrpSpPr>
              <p:cNvPr id="72" name="Group 4"/>
              <p:cNvGrpSpPr/>
              <p:nvPr/>
            </p:nvGrpSpPr>
            <p:grpSpPr>
              <a:xfrm>
                <a:off x="0" y="0"/>
                <a:ext cx="2514600" cy="6858000"/>
                <a:chOff x="0" y="0"/>
                <a:chExt cx="2514600" cy="6858000"/>
              </a:xfrm>
            </p:grpSpPr>
            <p:sp>
              <p:nvSpPr>
                <p:cNvPr id="84" name="Rectangle 83"/>
                <p:cNvSpPr/>
                <p:nvPr/>
              </p:nvSpPr>
              <p:spPr>
                <a:xfrm>
                  <a:off x="914400" y="0"/>
                  <a:ext cx="1600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5" name="Rectangle 2"/>
                <p:cNvSpPr/>
                <p:nvPr/>
              </p:nvSpPr>
              <p:spPr>
                <a:xfrm>
                  <a:off x="0" y="0"/>
                  <a:ext cx="457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6" name="Rectangle 3"/>
                <p:cNvSpPr/>
                <p:nvPr/>
              </p:nvSpPr>
              <p:spPr>
                <a:xfrm>
                  <a:off x="228600" y="0"/>
                  <a:ext cx="7620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73" name="Group 5"/>
              <p:cNvGrpSpPr/>
              <p:nvPr/>
            </p:nvGrpSpPr>
            <p:grpSpPr>
              <a:xfrm>
                <a:off x="422910" y="0"/>
                <a:ext cx="2514600" cy="6858000"/>
                <a:chOff x="0" y="0"/>
                <a:chExt cx="2514600" cy="6858000"/>
              </a:xfrm>
            </p:grpSpPr>
            <p:sp>
              <p:nvSpPr>
                <p:cNvPr id="81" name="Rectangle 80"/>
                <p:cNvSpPr/>
                <p:nvPr/>
              </p:nvSpPr>
              <p:spPr>
                <a:xfrm>
                  <a:off x="914400" y="0"/>
                  <a:ext cx="1600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2" name="Rectangle 81"/>
                <p:cNvSpPr/>
                <p:nvPr/>
              </p:nvSpPr>
              <p:spPr>
                <a:xfrm>
                  <a:off x="0" y="0"/>
                  <a:ext cx="457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3" name="Rectangle 82"/>
                <p:cNvSpPr/>
                <p:nvPr/>
              </p:nvSpPr>
              <p:spPr>
                <a:xfrm>
                  <a:off x="228600" y="0"/>
                  <a:ext cx="7620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74" name="Group 9"/>
              <p:cNvGrpSpPr/>
              <p:nvPr/>
            </p:nvGrpSpPr>
            <p:grpSpPr>
              <a:xfrm rot="10800000">
                <a:off x="6629400" y="0"/>
                <a:ext cx="2514600" cy="6858000"/>
                <a:chOff x="0" y="0"/>
                <a:chExt cx="2514600" cy="6858000"/>
              </a:xfrm>
            </p:grpSpPr>
            <p:sp>
              <p:nvSpPr>
                <p:cNvPr id="78" name="Rectangle 77"/>
                <p:cNvSpPr/>
                <p:nvPr/>
              </p:nvSpPr>
              <p:spPr>
                <a:xfrm>
                  <a:off x="914400" y="0"/>
                  <a:ext cx="1600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9" name="Rectangle 78"/>
                <p:cNvSpPr/>
                <p:nvPr/>
              </p:nvSpPr>
              <p:spPr>
                <a:xfrm>
                  <a:off x="0" y="0"/>
                  <a:ext cx="457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0" name="Rectangle 79"/>
                <p:cNvSpPr/>
                <p:nvPr/>
              </p:nvSpPr>
              <p:spPr>
                <a:xfrm>
                  <a:off x="228600" y="0"/>
                  <a:ext cx="7620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75" name="Rectangle 74"/>
              <p:cNvSpPr/>
              <p:nvPr/>
            </p:nvSpPr>
            <p:spPr>
              <a:xfrm>
                <a:off x="3810000" y="0"/>
                <a:ext cx="28194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6" name="Rectangle 75"/>
              <p:cNvSpPr/>
              <p:nvPr/>
            </p:nvSpPr>
            <p:spPr>
              <a:xfrm>
                <a:off x="2895600" y="0"/>
                <a:ext cx="457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7" name="Rectangle 76"/>
              <p:cNvSpPr/>
              <p:nvPr/>
            </p:nvSpPr>
            <p:spPr>
              <a:xfrm>
                <a:off x="3124200" y="0"/>
                <a:ext cx="7620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47" name="Freeform 46"/>
            <p:cNvSpPr/>
            <p:nvPr/>
          </p:nvSpPr>
          <p:spPr>
            <a:xfrm>
              <a:off x="-11875" y="5035138"/>
              <a:ext cx="9144000" cy="1175655"/>
            </a:xfrm>
            <a:custGeom>
              <a:avLst/>
              <a:gdLst>
                <a:gd name="connsiteX0" fmla="*/ 0 w 9144000"/>
                <a:gd name="connsiteY0" fmla="*/ 1116280 h 1175656"/>
                <a:gd name="connsiteX1" fmla="*/ 1674420 w 9144000"/>
                <a:gd name="connsiteY1" fmla="*/ 1163781 h 1175656"/>
                <a:gd name="connsiteX2" fmla="*/ 4120737 w 9144000"/>
                <a:gd name="connsiteY2" fmla="*/ 1045028 h 1175656"/>
                <a:gd name="connsiteX3" fmla="*/ 7172696 w 9144000"/>
                <a:gd name="connsiteY3" fmla="*/ 605641 h 1175656"/>
                <a:gd name="connsiteX4" fmla="*/ 9144000 w 9144000"/>
                <a:gd name="connsiteY4" fmla="*/ 0 h 1175656"/>
                <a:gd name="connsiteX0" fmla="*/ 0 w 9144000"/>
                <a:gd name="connsiteY0" fmla="*/ 1270659 h 1330035"/>
                <a:gd name="connsiteX1" fmla="*/ 1674420 w 9144000"/>
                <a:gd name="connsiteY1" fmla="*/ 1318160 h 1330035"/>
                <a:gd name="connsiteX2" fmla="*/ 4120737 w 9144000"/>
                <a:gd name="connsiteY2" fmla="*/ 1199407 h 1330035"/>
                <a:gd name="connsiteX3" fmla="*/ 7172696 w 9144000"/>
                <a:gd name="connsiteY3" fmla="*/ 760020 h 1330035"/>
                <a:gd name="connsiteX4" fmla="*/ 9144000 w 9144000"/>
                <a:gd name="connsiteY4" fmla="*/ 0 h 1330035"/>
                <a:gd name="connsiteX0" fmla="*/ 0 w 9144000"/>
                <a:gd name="connsiteY0" fmla="*/ 1270659 h 1330035"/>
                <a:gd name="connsiteX1" fmla="*/ 1674420 w 9144000"/>
                <a:gd name="connsiteY1" fmla="*/ 1318160 h 1330035"/>
                <a:gd name="connsiteX2" fmla="*/ 4120737 w 9144000"/>
                <a:gd name="connsiteY2" fmla="*/ 1199407 h 1330035"/>
                <a:gd name="connsiteX3" fmla="*/ 7172696 w 9144000"/>
                <a:gd name="connsiteY3" fmla="*/ 760020 h 1330035"/>
                <a:gd name="connsiteX4" fmla="*/ 9144000 w 9144000"/>
                <a:gd name="connsiteY4" fmla="*/ 0 h 1330035"/>
                <a:gd name="connsiteX0" fmla="*/ 0 w 9144000"/>
                <a:gd name="connsiteY0" fmla="*/ 1270659 h 1330035"/>
                <a:gd name="connsiteX1" fmla="*/ 1674420 w 9144000"/>
                <a:gd name="connsiteY1" fmla="*/ 1318160 h 1330035"/>
                <a:gd name="connsiteX2" fmla="*/ 4120737 w 9144000"/>
                <a:gd name="connsiteY2" fmla="*/ 1199407 h 1330035"/>
                <a:gd name="connsiteX3" fmla="*/ 7172696 w 9144000"/>
                <a:gd name="connsiteY3" fmla="*/ 760020 h 1330035"/>
                <a:gd name="connsiteX4" fmla="*/ 9144000 w 9144000"/>
                <a:gd name="connsiteY4" fmla="*/ 0 h 1330035"/>
                <a:gd name="connsiteX0" fmla="*/ 0 w 9144000"/>
                <a:gd name="connsiteY0" fmla="*/ 1116279 h 1175655"/>
                <a:gd name="connsiteX1" fmla="*/ 1674420 w 9144000"/>
                <a:gd name="connsiteY1" fmla="*/ 1163780 h 1175655"/>
                <a:gd name="connsiteX2" fmla="*/ 4120737 w 9144000"/>
                <a:gd name="connsiteY2" fmla="*/ 1045027 h 1175655"/>
                <a:gd name="connsiteX3" fmla="*/ 7172696 w 9144000"/>
                <a:gd name="connsiteY3" fmla="*/ 605640 h 1175655"/>
                <a:gd name="connsiteX4" fmla="*/ 9144000 w 9144000"/>
                <a:gd name="connsiteY4" fmla="*/ 0 h 117565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44000" h="1175655">
                  <a:moveTo>
                    <a:pt x="0" y="1116279"/>
                  </a:moveTo>
                  <a:cubicBezTo>
                    <a:pt x="493815" y="1145967"/>
                    <a:pt x="987631" y="1175655"/>
                    <a:pt x="1674420" y="1163780"/>
                  </a:cubicBezTo>
                  <a:cubicBezTo>
                    <a:pt x="2361209" y="1151905"/>
                    <a:pt x="3204358" y="1138050"/>
                    <a:pt x="4120737" y="1045027"/>
                  </a:cubicBezTo>
                  <a:cubicBezTo>
                    <a:pt x="5037116" y="952004"/>
                    <a:pt x="6335486" y="779811"/>
                    <a:pt x="7172696" y="605640"/>
                  </a:cubicBezTo>
                  <a:cubicBezTo>
                    <a:pt x="8009907" y="431469"/>
                    <a:pt x="8866910" y="154379"/>
                    <a:pt x="9144000" y="0"/>
                  </a:cubicBezTo>
                </a:path>
              </a:pathLst>
            </a:custGeom>
            <a:ln w="6350">
              <a:solidFill>
                <a:schemeClr val="bg1">
                  <a:alpha val="2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48" name="Freeform 47"/>
            <p:cNvSpPr/>
            <p:nvPr/>
          </p:nvSpPr>
          <p:spPr>
            <a:xfrm>
              <a:off x="-11875" y="3467595"/>
              <a:ext cx="9144000" cy="890650"/>
            </a:xfrm>
            <a:custGeom>
              <a:avLst/>
              <a:gdLst>
                <a:gd name="connsiteX0" fmla="*/ 0 w 9144000"/>
                <a:gd name="connsiteY0" fmla="*/ 890650 h 890650"/>
                <a:gd name="connsiteX1" fmla="*/ 1045028 w 9144000"/>
                <a:gd name="connsiteY1" fmla="*/ 475013 h 890650"/>
                <a:gd name="connsiteX2" fmla="*/ 3111335 w 9144000"/>
                <a:gd name="connsiteY2" fmla="*/ 71252 h 890650"/>
                <a:gd name="connsiteX3" fmla="*/ 5913911 w 9144000"/>
                <a:gd name="connsiteY3" fmla="*/ 71252 h 890650"/>
                <a:gd name="connsiteX4" fmla="*/ 9144000 w 9144000"/>
                <a:gd name="connsiteY4" fmla="*/ 498764 h 8906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44000" h="890650">
                  <a:moveTo>
                    <a:pt x="0" y="890650"/>
                  </a:moveTo>
                  <a:cubicBezTo>
                    <a:pt x="263236" y="751114"/>
                    <a:pt x="526472" y="611579"/>
                    <a:pt x="1045028" y="475013"/>
                  </a:cubicBezTo>
                  <a:cubicBezTo>
                    <a:pt x="1563584" y="338447"/>
                    <a:pt x="2299855" y="138545"/>
                    <a:pt x="3111335" y="71252"/>
                  </a:cubicBezTo>
                  <a:cubicBezTo>
                    <a:pt x="3922815" y="3959"/>
                    <a:pt x="4908467" y="0"/>
                    <a:pt x="5913911" y="71252"/>
                  </a:cubicBezTo>
                  <a:cubicBezTo>
                    <a:pt x="6919355" y="142504"/>
                    <a:pt x="8595756" y="427512"/>
                    <a:pt x="9144000" y="498764"/>
                  </a:cubicBezTo>
                </a:path>
              </a:pathLst>
            </a:custGeom>
            <a:ln w="6350">
              <a:solidFill>
                <a:schemeClr val="bg1">
                  <a:alpha val="2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49" name="Freeform 48"/>
            <p:cNvSpPr/>
            <p:nvPr/>
          </p:nvSpPr>
          <p:spPr>
            <a:xfrm>
              <a:off x="-23751" y="5640779"/>
              <a:ext cx="3004457" cy="1211283"/>
            </a:xfrm>
            <a:custGeom>
              <a:avLst/>
              <a:gdLst>
                <a:gd name="connsiteX0" fmla="*/ 0 w 3004457"/>
                <a:gd name="connsiteY0" fmla="*/ 0 h 1211283"/>
                <a:gd name="connsiteX1" fmla="*/ 3004457 w 3004457"/>
                <a:gd name="connsiteY1" fmla="*/ 1211283 h 1211283"/>
              </a:gdLst>
              <a:ahLst/>
              <a:cxnLst>
                <a:cxn ang="0">
                  <a:pos x="connsiteX0" y="connsiteY0"/>
                </a:cxn>
                <a:cxn ang="0">
                  <a:pos x="connsiteX1" y="connsiteY1"/>
                </a:cxn>
              </a:cxnLst>
              <a:rect l="l" t="t" r="r" b="b"/>
              <a:pathLst>
                <a:path w="3004457" h="1211283">
                  <a:moveTo>
                    <a:pt x="0" y="0"/>
                  </a:moveTo>
                  <a:cubicBezTo>
                    <a:pt x="1103415" y="501732"/>
                    <a:pt x="2206831" y="1003465"/>
                    <a:pt x="3004457" y="1211283"/>
                  </a:cubicBezTo>
                </a:path>
              </a:pathLst>
            </a:custGeom>
            <a:ln w="6350">
              <a:solidFill>
                <a:schemeClr val="bg1">
                  <a:alpha val="2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50" name="Freeform 49"/>
            <p:cNvSpPr/>
            <p:nvPr/>
          </p:nvSpPr>
          <p:spPr>
            <a:xfrm>
              <a:off x="-11875" y="5284519"/>
              <a:ext cx="9144000" cy="1478478"/>
            </a:xfrm>
            <a:custGeom>
              <a:avLst/>
              <a:gdLst>
                <a:gd name="connsiteX0" fmla="*/ 0 w 9144000"/>
                <a:gd name="connsiteY0" fmla="*/ 0 h 1478478"/>
                <a:gd name="connsiteX1" fmla="*/ 1104405 w 9144000"/>
                <a:gd name="connsiteY1" fmla="*/ 344385 h 1478478"/>
                <a:gd name="connsiteX2" fmla="*/ 3194462 w 9144000"/>
                <a:gd name="connsiteY2" fmla="*/ 866899 h 1478478"/>
                <a:gd name="connsiteX3" fmla="*/ 5676405 w 9144000"/>
                <a:gd name="connsiteY3" fmla="*/ 1282536 h 1478478"/>
                <a:gd name="connsiteX4" fmla="*/ 7730836 w 9144000"/>
                <a:gd name="connsiteY4" fmla="*/ 1448790 h 1478478"/>
                <a:gd name="connsiteX5" fmla="*/ 8573984 w 9144000"/>
                <a:gd name="connsiteY5" fmla="*/ 1460665 h 1478478"/>
                <a:gd name="connsiteX6" fmla="*/ 9144000 w 9144000"/>
                <a:gd name="connsiteY6" fmla="*/ 1425039 h 14784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144000" h="1478478">
                  <a:moveTo>
                    <a:pt x="0" y="0"/>
                  </a:moveTo>
                  <a:cubicBezTo>
                    <a:pt x="285997" y="99951"/>
                    <a:pt x="571995" y="199902"/>
                    <a:pt x="1104405" y="344385"/>
                  </a:cubicBezTo>
                  <a:cubicBezTo>
                    <a:pt x="1636815" y="488868"/>
                    <a:pt x="2432462" y="710541"/>
                    <a:pt x="3194462" y="866899"/>
                  </a:cubicBezTo>
                  <a:cubicBezTo>
                    <a:pt x="3956462" y="1023258"/>
                    <a:pt x="4920343" y="1185554"/>
                    <a:pt x="5676405" y="1282536"/>
                  </a:cubicBezTo>
                  <a:cubicBezTo>
                    <a:pt x="6432467" y="1379518"/>
                    <a:pt x="7247906" y="1419102"/>
                    <a:pt x="7730836" y="1448790"/>
                  </a:cubicBezTo>
                  <a:cubicBezTo>
                    <a:pt x="8213766" y="1478478"/>
                    <a:pt x="8338457" y="1464623"/>
                    <a:pt x="8573984" y="1460665"/>
                  </a:cubicBezTo>
                  <a:cubicBezTo>
                    <a:pt x="8809511" y="1456707"/>
                    <a:pt x="8976755" y="1440873"/>
                    <a:pt x="9144000" y="1425039"/>
                  </a:cubicBezTo>
                </a:path>
              </a:pathLst>
            </a:custGeom>
            <a:ln w="6350">
              <a:solidFill>
                <a:schemeClr val="bg1">
                  <a:alpha val="2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51" name="Freeform 50"/>
            <p:cNvSpPr/>
            <p:nvPr/>
          </p:nvSpPr>
          <p:spPr>
            <a:xfrm>
              <a:off x="2137558" y="5132120"/>
              <a:ext cx="6982691" cy="1719942"/>
            </a:xfrm>
            <a:custGeom>
              <a:avLst/>
              <a:gdLst>
                <a:gd name="connsiteX0" fmla="*/ 0 w 6982691"/>
                <a:gd name="connsiteY0" fmla="*/ 1719942 h 1719942"/>
                <a:gd name="connsiteX1" fmla="*/ 546265 w 6982691"/>
                <a:gd name="connsiteY1" fmla="*/ 1185553 h 1719942"/>
                <a:gd name="connsiteX2" fmla="*/ 1330037 w 6982691"/>
                <a:gd name="connsiteY2" fmla="*/ 710540 h 1719942"/>
                <a:gd name="connsiteX3" fmla="*/ 2078182 w 6982691"/>
                <a:gd name="connsiteY3" fmla="*/ 437407 h 1719942"/>
                <a:gd name="connsiteX4" fmla="*/ 3348842 w 6982691"/>
                <a:gd name="connsiteY4" fmla="*/ 152399 h 1719942"/>
                <a:gd name="connsiteX5" fmla="*/ 4001985 w 6982691"/>
                <a:gd name="connsiteY5" fmla="*/ 69272 h 1719942"/>
                <a:gd name="connsiteX6" fmla="*/ 5047013 w 6982691"/>
                <a:gd name="connsiteY6" fmla="*/ 9896 h 1719942"/>
                <a:gd name="connsiteX7" fmla="*/ 5890161 w 6982691"/>
                <a:gd name="connsiteY7" fmla="*/ 9896 h 1719942"/>
                <a:gd name="connsiteX8" fmla="*/ 6495803 w 6982691"/>
                <a:gd name="connsiteY8" fmla="*/ 9896 h 1719942"/>
                <a:gd name="connsiteX9" fmla="*/ 6899564 w 6982691"/>
                <a:gd name="connsiteY9" fmla="*/ 33646 h 1719942"/>
                <a:gd name="connsiteX10" fmla="*/ 6982691 w 6982691"/>
                <a:gd name="connsiteY10" fmla="*/ 45522 h 17199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6982691" h="1719942">
                  <a:moveTo>
                    <a:pt x="0" y="1719942"/>
                  </a:moveTo>
                  <a:cubicBezTo>
                    <a:pt x="162296" y="1536864"/>
                    <a:pt x="324592" y="1353787"/>
                    <a:pt x="546265" y="1185553"/>
                  </a:cubicBezTo>
                  <a:cubicBezTo>
                    <a:pt x="767938" y="1017319"/>
                    <a:pt x="1074718" y="835231"/>
                    <a:pt x="1330037" y="710540"/>
                  </a:cubicBezTo>
                  <a:cubicBezTo>
                    <a:pt x="1585356" y="585849"/>
                    <a:pt x="1741715" y="530430"/>
                    <a:pt x="2078182" y="437407"/>
                  </a:cubicBezTo>
                  <a:cubicBezTo>
                    <a:pt x="2414649" y="344384"/>
                    <a:pt x="3028208" y="213755"/>
                    <a:pt x="3348842" y="152399"/>
                  </a:cubicBezTo>
                  <a:cubicBezTo>
                    <a:pt x="3669476" y="91043"/>
                    <a:pt x="3718957" y="93022"/>
                    <a:pt x="4001985" y="69272"/>
                  </a:cubicBezTo>
                  <a:cubicBezTo>
                    <a:pt x="4285013" y="45522"/>
                    <a:pt x="4732317" y="19792"/>
                    <a:pt x="5047013" y="9896"/>
                  </a:cubicBezTo>
                  <a:cubicBezTo>
                    <a:pt x="5361709" y="0"/>
                    <a:pt x="5890161" y="9896"/>
                    <a:pt x="5890161" y="9896"/>
                  </a:cubicBezTo>
                  <a:lnTo>
                    <a:pt x="6495803" y="9896"/>
                  </a:lnTo>
                  <a:cubicBezTo>
                    <a:pt x="6664037" y="13854"/>
                    <a:pt x="6818416" y="27708"/>
                    <a:pt x="6899564" y="33646"/>
                  </a:cubicBezTo>
                  <a:cubicBezTo>
                    <a:pt x="6980712" y="39584"/>
                    <a:pt x="6953003" y="37605"/>
                    <a:pt x="6982691" y="45522"/>
                  </a:cubicBezTo>
                </a:path>
              </a:pathLst>
            </a:custGeom>
            <a:ln w="6350">
              <a:solidFill>
                <a:schemeClr val="bg1">
                  <a:alpha val="2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52" name="Hexagon 51"/>
            <p:cNvSpPr/>
            <p:nvPr/>
          </p:nvSpPr>
          <p:spPr>
            <a:xfrm rot="1800000">
              <a:off x="2996165" y="2859252"/>
              <a:ext cx="1601400" cy="1388236"/>
            </a:xfrm>
            <a:prstGeom prst="hexagon">
              <a:avLst>
                <a:gd name="adj" fmla="val 28544"/>
                <a:gd name="vf" fmla="val 115470"/>
              </a:avLst>
            </a:prstGeom>
            <a:solidFill>
              <a:schemeClr val="bg1">
                <a:alpha val="1000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 name="Hexagon 52"/>
            <p:cNvSpPr/>
            <p:nvPr/>
          </p:nvSpPr>
          <p:spPr>
            <a:xfrm rot="1800000">
              <a:off x="3720065" y="4126078"/>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4" name="Hexagon 53"/>
            <p:cNvSpPr/>
            <p:nvPr/>
          </p:nvSpPr>
          <p:spPr>
            <a:xfrm rot="1800000">
              <a:off x="3729591" y="1592427"/>
              <a:ext cx="1601400" cy="1388236"/>
            </a:xfrm>
            <a:prstGeom prst="hexagon">
              <a:avLst>
                <a:gd name="adj" fmla="val 28544"/>
                <a:gd name="vf" fmla="val 115470"/>
              </a:avLst>
            </a:prstGeom>
            <a:solidFill>
              <a:schemeClr val="bg1">
                <a:alpha val="7000"/>
              </a:schemeClr>
            </a:solidFill>
            <a:ln w="12700">
              <a:solidFill>
                <a:schemeClr val="bg1">
                  <a:alpha val="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5" name="Hexagon 54"/>
            <p:cNvSpPr/>
            <p:nvPr/>
          </p:nvSpPr>
          <p:spPr>
            <a:xfrm rot="1800000">
              <a:off x="2977115" y="325603"/>
              <a:ext cx="1601400" cy="1388236"/>
            </a:xfrm>
            <a:prstGeom prst="hexagon">
              <a:avLst>
                <a:gd name="adj" fmla="val 28544"/>
                <a:gd name="vf" fmla="val 115470"/>
              </a:avLst>
            </a:prstGeom>
            <a:solidFill>
              <a:schemeClr val="bg1">
                <a:alpha val="4000"/>
              </a:schemeClr>
            </a:solidFill>
            <a:ln w="12700">
              <a:solidFill>
                <a:schemeClr val="bg1">
                  <a:alpha val="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6" name="Hexagon 55"/>
            <p:cNvSpPr/>
            <p:nvPr/>
          </p:nvSpPr>
          <p:spPr>
            <a:xfrm rot="1800000">
              <a:off x="4463014" y="5383378"/>
              <a:ext cx="1601400" cy="1388236"/>
            </a:xfrm>
            <a:prstGeom prst="hexagon">
              <a:avLst>
                <a:gd name="adj" fmla="val 28544"/>
                <a:gd name="vf" fmla="val 115470"/>
              </a:avLst>
            </a:prstGeom>
            <a:solidFill>
              <a:schemeClr val="bg1">
                <a:alpha val="600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9" name="Freeform 58"/>
            <p:cNvSpPr/>
            <p:nvPr/>
          </p:nvSpPr>
          <p:spPr>
            <a:xfrm rot="1800000">
              <a:off x="-382404" y="4201528"/>
              <a:ext cx="1261499" cy="1388236"/>
            </a:xfrm>
            <a:custGeom>
              <a:avLst/>
              <a:gdLst>
                <a:gd name="connsiteX0" fmla="*/ 0 w 1601400"/>
                <a:gd name="connsiteY0" fmla="*/ 694118 h 1388236"/>
                <a:gd name="connsiteX1" fmla="*/ 396258 w 1601400"/>
                <a:gd name="connsiteY1" fmla="*/ 0 h 1388236"/>
                <a:gd name="connsiteX2" fmla="*/ 1205142 w 1601400"/>
                <a:gd name="connsiteY2" fmla="*/ 0 h 1388236"/>
                <a:gd name="connsiteX3" fmla="*/ 1601400 w 1601400"/>
                <a:gd name="connsiteY3" fmla="*/ 694118 h 1388236"/>
                <a:gd name="connsiteX4" fmla="*/ 1205142 w 1601400"/>
                <a:gd name="connsiteY4" fmla="*/ 1388236 h 1388236"/>
                <a:gd name="connsiteX5" fmla="*/ 396258 w 1601400"/>
                <a:gd name="connsiteY5" fmla="*/ 1388236 h 1388236"/>
                <a:gd name="connsiteX6" fmla="*/ 0 w 1601400"/>
                <a:gd name="connsiteY6" fmla="*/ 694118 h 1388236"/>
                <a:gd name="connsiteX0" fmla="*/ 0 w 1261499"/>
                <a:gd name="connsiteY0" fmla="*/ 105098 h 1388236"/>
                <a:gd name="connsiteX1" fmla="*/ 56357 w 1261499"/>
                <a:gd name="connsiteY1" fmla="*/ 0 h 1388236"/>
                <a:gd name="connsiteX2" fmla="*/ 865241 w 1261499"/>
                <a:gd name="connsiteY2" fmla="*/ 0 h 1388236"/>
                <a:gd name="connsiteX3" fmla="*/ 1261499 w 1261499"/>
                <a:gd name="connsiteY3" fmla="*/ 694118 h 1388236"/>
                <a:gd name="connsiteX4" fmla="*/ 865241 w 1261499"/>
                <a:gd name="connsiteY4" fmla="*/ 1388236 h 1388236"/>
                <a:gd name="connsiteX5" fmla="*/ 56357 w 1261499"/>
                <a:gd name="connsiteY5" fmla="*/ 1388236 h 1388236"/>
                <a:gd name="connsiteX6" fmla="*/ 0 w 1261499"/>
                <a:gd name="connsiteY6" fmla="*/ 105098 h 1388236"/>
                <a:gd name="connsiteX0" fmla="*/ 0 w 1261499"/>
                <a:gd name="connsiteY0" fmla="*/ 105098 h 1388236"/>
                <a:gd name="connsiteX1" fmla="*/ 56357 w 1261499"/>
                <a:gd name="connsiteY1" fmla="*/ 0 h 1388236"/>
                <a:gd name="connsiteX2" fmla="*/ 865241 w 1261499"/>
                <a:gd name="connsiteY2" fmla="*/ 0 h 1388236"/>
                <a:gd name="connsiteX3" fmla="*/ 1261499 w 1261499"/>
                <a:gd name="connsiteY3" fmla="*/ 694118 h 1388236"/>
                <a:gd name="connsiteX4" fmla="*/ 865241 w 1261499"/>
                <a:gd name="connsiteY4" fmla="*/ 1388236 h 1388236"/>
                <a:gd name="connsiteX5" fmla="*/ 744578 w 1261499"/>
                <a:gd name="connsiteY5" fmla="*/ 1387893 h 1388236"/>
                <a:gd name="connsiteX6" fmla="*/ 0 w 1261499"/>
                <a:gd name="connsiteY6" fmla="*/ 105098 h 1388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61499" h="1388236">
                  <a:moveTo>
                    <a:pt x="0" y="105098"/>
                  </a:moveTo>
                  <a:lnTo>
                    <a:pt x="56357" y="0"/>
                  </a:lnTo>
                  <a:lnTo>
                    <a:pt x="865241" y="0"/>
                  </a:lnTo>
                  <a:lnTo>
                    <a:pt x="1261499" y="694118"/>
                  </a:lnTo>
                  <a:lnTo>
                    <a:pt x="865241" y="1388236"/>
                  </a:lnTo>
                  <a:lnTo>
                    <a:pt x="744578" y="1387893"/>
                  </a:lnTo>
                  <a:lnTo>
                    <a:pt x="0" y="105098"/>
                  </a:lnTo>
                  <a:close/>
                </a:path>
              </a:pathLst>
            </a:custGeom>
            <a:solidFill>
              <a:schemeClr val="bg1">
                <a:alpha val="1000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0" name="Hexagon 59"/>
            <p:cNvSpPr/>
            <p:nvPr/>
          </p:nvSpPr>
          <p:spPr>
            <a:xfrm rot="1800000">
              <a:off x="24365" y="5402429"/>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2" name="Hexagon 61"/>
            <p:cNvSpPr/>
            <p:nvPr/>
          </p:nvSpPr>
          <p:spPr>
            <a:xfrm rot="1800000">
              <a:off x="52941" y="2849728"/>
              <a:ext cx="1601400" cy="1388236"/>
            </a:xfrm>
            <a:prstGeom prst="hexagon">
              <a:avLst>
                <a:gd name="adj" fmla="val 28544"/>
                <a:gd name="vf" fmla="val 115470"/>
              </a:avLst>
            </a:prstGeom>
            <a:solidFill>
              <a:schemeClr val="bg1">
                <a:alpha val="7000"/>
              </a:schemeClr>
            </a:solidFill>
            <a:ln w="12700">
              <a:solidFill>
                <a:schemeClr val="bg1">
                  <a:alpha val="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3" name="Hexagon 62"/>
            <p:cNvSpPr/>
            <p:nvPr/>
          </p:nvSpPr>
          <p:spPr>
            <a:xfrm rot="1800000">
              <a:off x="776840" y="4126077"/>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4" name="Hexagon 63"/>
            <p:cNvSpPr/>
            <p:nvPr/>
          </p:nvSpPr>
          <p:spPr>
            <a:xfrm rot="1800000">
              <a:off x="1510265" y="5411953"/>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5" name="Hexagon 64"/>
            <p:cNvSpPr/>
            <p:nvPr/>
          </p:nvSpPr>
          <p:spPr>
            <a:xfrm rot="1800000">
              <a:off x="1529316" y="2859252"/>
              <a:ext cx="1601400" cy="1388236"/>
            </a:xfrm>
            <a:prstGeom prst="hexagon">
              <a:avLst>
                <a:gd name="adj" fmla="val 28544"/>
                <a:gd name="vf" fmla="val 115470"/>
              </a:avLst>
            </a:prstGeom>
            <a:solidFill>
              <a:schemeClr val="bg1">
                <a:alpha val="7000"/>
              </a:schemeClr>
            </a:solidFill>
            <a:ln w="12700">
              <a:solidFill>
                <a:schemeClr val="bg1">
                  <a:alpha val="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6" name="Hexagon 65"/>
            <p:cNvSpPr/>
            <p:nvPr/>
          </p:nvSpPr>
          <p:spPr>
            <a:xfrm rot="1800000">
              <a:off x="795890" y="1563853"/>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7" name="Hexagon 66"/>
            <p:cNvSpPr/>
            <p:nvPr/>
          </p:nvSpPr>
          <p:spPr>
            <a:xfrm rot="1800000">
              <a:off x="6806166" y="4145128"/>
              <a:ext cx="1601400" cy="1388236"/>
            </a:xfrm>
            <a:prstGeom prst="hexagon">
              <a:avLst>
                <a:gd name="adj" fmla="val 28544"/>
                <a:gd name="vf" fmla="val 115470"/>
              </a:avLst>
            </a:prstGeom>
            <a:solidFill>
              <a:schemeClr val="bg1">
                <a:alpha val="1000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8" name="Hexagon 67"/>
            <p:cNvSpPr/>
            <p:nvPr/>
          </p:nvSpPr>
          <p:spPr>
            <a:xfrm rot="1800000">
              <a:off x="7549116" y="5421479"/>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9" name="Hexagon 68"/>
            <p:cNvSpPr/>
            <p:nvPr/>
          </p:nvSpPr>
          <p:spPr>
            <a:xfrm rot="1800000">
              <a:off x="7549117" y="2868778"/>
              <a:ext cx="1601400" cy="1388236"/>
            </a:xfrm>
            <a:prstGeom prst="hexagon">
              <a:avLst>
                <a:gd name="adj" fmla="val 28544"/>
                <a:gd name="vf" fmla="val 115470"/>
              </a:avLst>
            </a:prstGeom>
            <a:solidFill>
              <a:schemeClr val="bg1">
                <a:alpha val="7000"/>
              </a:schemeClr>
            </a:solidFill>
            <a:ln w="12700">
              <a:solidFill>
                <a:schemeClr val="bg1">
                  <a:alpha val="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0" name="Freeform 69"/>
            <p:cNvSpPr/>
            <p:nvPr/>
          </p:nvSpPr>
          <p:spPr>
            <a:xfrm rot="1800000">
              <a:off x="8306521" y="4055629"/>
              <a:ext cx="1243407" cy="1388236"/>
            </a:xfrm>
            <a:custGeom>
              <a:avLst/>
              <a:gdLst>
                <a:gd name="connsiteX0" fmla="*/ 0 w 1601400"/>
                <a:gd name="connsiteY0" fmla="*/ 694118 h 1388236"/>
                <a:gd name="connsiteX1" fmla="*/ 396258 w 1601400"/>
                <a:gd name="connsiteY1" fmla="*/ 0 h 1388236"/>
                <a:gd name="connsiteX2" fmla="*/ 1205142 w 1601400"/>
                <a:gd name="connsiteY2" fmla="*/ 0 h 1388236"/>
                <a:gd name="connsiteX3" fmla="*/ 1601400 w 1601400"/>
                <a:gd name="connsiteY3" fmla="*/ 694118 h 1388236"/>
                <a:gd name="connsiteX4" fmla="*/ 1205142 w 1601400"/>
                <a:gd name="connsiteY4" fmla="*/ 1388236 h 1388236"/>
                <a:gd name="connsiteX5" fmla="*/ 396258 w 1601400"/>
                <a:gd name="connsiteY5" fmla="*/ 1388236 h 1388236"/>
                <a:gd name="connsiteX6" fmla="*/ 0 w 1601400"/>
                <a:gd name="connsiteY6" fmla="*/ 694118 h 1388236"/>
                <a:gd name="connsiteX0" fmla="*/ 0 w 1601400"/>
                <a:gd name="connsiteY0" fmla="*/ 694118 h 1388236"/>
                <a:gd name="connsiteX1" fmla="*/ 396258 w 1601400"/>
                <a:gd name="connsiteY1" fmla="*/ 0 h 1388236"/>
                <a:gd name="connsiteX2" fmla="*/ 474029 w 1601400"/>
                <a:gd name="connsiteY2" fmla="*/ 4016 h 1388236"/>
                <a:gd name="connsiteX3" fmla="*/ 1601400 w 1601400"/>
                <a:gd name="connsiteY3" fmla="*/ 694118 h 1388236"/>
                <a:gd name="connsiteX4" fmla="*/ 1205142 w 1601400"/>
                <a:gd name="connsiteY4" fmla="*/ 1388236 h 1388236"/>
                <a:gd name="connsiteX5" fmla="*/ 396258 w 1601400"/>
                <a:gd name="connsiteY5" fmla="*/ 1388236 h 1388236"/>
                <a:gd name="connsiteX6" fmla="*/ 0 w 1601400"/>
                <a:gd name="connsiteY6" fmla="*/ 694118 h 1388236"/>
                <a:gd name="connsiteX0" fmla="*/ 0 w 1243407"/>
                <a:gd name="connsiteY0" fmla="*/ 694118 h 1388236"/>
                <a:gd name="connsiteX1" fmla="*/ 396258 w 1243407"/>
                <a:gd name="connsiteY1" fmla="*/ 0 h 1388236"/>
                <a:gd name="connsiteX2" fmla="*/ 474029 w 1243407"/>
                <a:gd name="connsiteY2" fmla="*/ 4016 h 1388236"/>
                <a:gd name="connsiteX3" fmla="*/ 1243407 w 1243407"/>
                <a:gd name="connsiteY3" fmla="*/ 1325983 h 1388236"/>
                <a:gd name="connsiteX4" fmla="*/ 1205142 w 1243407"/>
                <a:gd name="connsiteY4" fmla="*/ 1388236 h 1388236"/>
                <a:gd name="connsiteX5" fmla="*/ 396258 w 1243407"/>
                <a:gd name="connsiteY5" fmla="*/ 1388236 h 1388236"/>
                <a:gd name="connsiteX6" fmla="*/ 0 w 1243407"/>
                <a:gd name="connsiteY6" fmla="*/ 694118 h 1388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43407" h="1388236">
                  <a:moveTo>
                    <a:pt x="0" y="694118"/>
                  </a:moveTo>
                  <a:lnTo>
                    <a:pt x="396258" y="0"/>
                  </a:lnTo>
                  <a:lnTo>
                    <a:pt x="474029" y="4016"/>
                  </a:lnTo>
                  <a:lnTo>
                    <a:pt x="1243407" y="1325983"/>
                  </a:lnTo>
                  <a:lnTo>
                    <a:pt x="1205142" y="1388236"/>
                  </a:lnTo>
                  <a:lnTo>
                    <a:pt x="396258" y="1388236"/>
                  </a:lnTo>
                  <a:lnTo>
                    <a:pt x="0" y="694118"/>
                  </a:lnTo>
                  <a:close/>
                </a:path>
              </a:pathLst>
            </a:custGeom>
            <a:solidFill>
              <a:schemeClr val="bg1">
                <a:alpha val="400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1" name="Freeform 70"/>
            <p:cNvSpPr/>
            <p:nvPr/>
          </p:nvSpPr>
          <p:spPr>
            <a:xfrm rot="1800000">
              <a:off x="8306771" y="1511524"/>
              <a:ext cx="1241871" cy="1388822"/>
            </a:xfrm>
            <a:custGeom>
              <a:avLst/>
              <a:gdLst>
                <a:gd name="connsiteX0" fmla="*/ 0 w 1601400"/>
                <a:gd name="connsiteY0" fmla="*/ 694118 h 1388236"/>
                <a:gd name="connsiteX1" fmla="*/ 396258 w 1601400"/>
                <a:gd name="connsiteY1" fmla="*/ 0 h 1388236"/>
                <a:gd name="connsiteX2" fmla="*/ 1205142 w 1601400"/>
                <a:gd name="connsiteY2" fmla="*/ 0 h 1388236"/>
                <a:gd name="connsiteX3" fmla="*/ 1601400 w 1601400"/>
                <a:gd name="connsiteY3" fmla="*/ 694118 h 1388236"/>
                <a:gd name="connsiteX4" fmla="*/ 1205142 w 1601400"/>
                <a:gd name="connsiteY4" fmla="*/ 1388236 h 1388236"/>
                <a:gd name="connsiteX5" fmla="*/ 396258 w 1601400"/>
                <a:gd name="connsiteY5" fmla="*/ 1388236 h 1388236"/>
                <a:gd name="connsiteX6" fmla="*/ 0 w 1601400"/>
                <a:gd name="connsiteY6" fmla="*/ 694118 h 1388236"/>
                <a:gd name="connsiteX0" fmla="*/ 0 w 1601400"/>
                <a:gd name="connsiteY0" fmla="*/ 694704 h 1388822"/>
                <a:gd name="connsiteX1" fmla="*/ 396258 w 1601400"/>
                <a:gd name="connsiteY1" fmla="*/ 586 h 1388822"/>
                <a:gd name="connsiteX2" fmla="*/ 482002 w 1601400"/>
                <a:gd name="connsiteY2" fmla="*/ 0 h 1388822"/>
                <a:gd name="connsiteX3" fmla="*/ 1601400 w 1601400"/>
                <a:gd name="connsiteY3" fmla="*/ 694704 h 1388822"/>
                <a:gd name="connsiteX4" fmla="*/ 1205142 w 1601400"/>
                <a:gd name="connsiteY4" fmla="*/ 1388822 h 1388822"/>
                <a:gd name="connsiteX5" fmla="*/ 396258 w 1601400"/>
                <a:gd name="connsiteY5" fmla="*/ 1388822 h 1388822"/>
                <a:gd name="connsiteX6" fmla="*/ 0 w 1601400"/>
                <a:gd name="connsiteY6" fmla="*/ 694704 h 1388822"/>
                <a:gd name="connsiteX0" fmla="*/ 0 w 1241871"/>
                <a:gd name="connsiteY0" fmla="*/ 694704 h 1388822"/>
                <a:gd name="connsiteX1" fmla="*/ 396258 w 1241871"/>
                <a:gd name="connsiteY1" fmla="*/ 586 h 1388822"/>
                <a:gd name="connsiteX2" fmla="*/ 482002 w 1241871"/>
                <a:gd name="connsiteY2" fmla="*/ 0 h 1388822"/>
                <a:gd name="connsiteX3" fmla="*/ 1241871 w 1241871"/>
                <a:gd name="connsiteY3" fmla="*/ 1323912 h 1388822"/>
                <a:gd name="connsiteX4" fmla="*/ 1205142 w 1241871"/>
                <a:gd name="connsiteY4" fmla="*/ 1388822 h 1388822"/>
                <a:gd name="connsiteX5" fmla="*/ 396258 w 1241871"/>
                <a:gd name="connsiteY5" fmla="*/ 1388822 h 1388822"/>
                <a:gd name="connsiteX6" fmla="*/ 0 w 1241871"/>
                <a:gd name="connsiteY6" fmla="*/ 694704 h 13888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41871" h="1388822">
                  <a:moveTo>
                    <a:pt x="0" y="694704"/>
                  </a:moveTo>
                  <a:lnTo>
                    <a:pt x="396258" y="586"/>
                  </a:lnTo>
                  <a:lnTo>
                    <a:pt x="482002" y="0"/>
                  </a:lnTo>
                  <a:lnTo>
                    <a:pt x="1241871" y="1323912"/>
                  </a:lnTo>
                  <a:lnTo>
                    <a:pt x="1205142" y="1388822"/>
                  </a:lnTo>
                  <a:lnTo>
                    <a:pt x="396258" y="1388822"/>
                  </a:lnTo>
                  <a:lnTo>
                    <a:pt x="0" y="694704"/>
                  </a:lnTo>
                  <a:close/>
                </a:path>
              </a:pathLst>
            </a:cu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46" name="Rectangle 45"/>
          <p:cNvSpPr/>
          <p:nvPr/>
        </p:nvSpPr>
        <p:spPr>
          <a:xfrm>
            <a:off x="4561242" y="-21511"/>
            <a:ext cx="3679116" cy="6271840"/>
          </a:xfrm>
          <a:prstGeom prst="rect">
            <a:avLst/>
          </a:prstGeom>
          <a:solidFill>
            <a:srgbClr val="F5F5F5"/>
          </a:solidFill>
          <a:ln>
            <a:solidFill>
              <a:schemeClr val="bg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7" name="Rectangle 56"/>
          <p:cNvSpPr/>
          <p:nvPr/>
        </p:nvSpPr>
        <p:spPr>
          <a:xfrm>
            <a:off x="4649096" y="-21510"/>
            <a:ext cx="3505200" cy="62393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Date Placeholder 4"/>
          <p:cNvSpPr>
            <a:spLocks noGrp="1"/>
          </p:cNvSpPr>
          <p:nvPr>
            <p:ph type="dt" sz="half" idx="10"/>
          </p:nvPr>
        </p:nvSpPr>
        <p:spPr/>
        <p:txBody>
          <a:bodyPr/>
          <a:lstStyle/>
          <a:p>
            <a:fld id="{0C76BAE5-F616-4149-AADA-55702337AFBA}" type="datetimeFigureOut">
              <a:rPr lang="en-US" smtClean="0"/>
              <a:t>5/7/14</a:t>
            </a:fld>
            <a:endParaRPr lang="en-US"/>
          </a:p>
        </p:txBody>
      </p:sp>
      <p:sp>
        <p:nvSpPr>
          <p:cNvPr id="7" name="Slide Number Placeholder 6"/>
          <p:cNvSpPr>
            <a:spLocks noGrp="1"/>
          </p:cNvSpPr>
          <p:nvPr>
            <p:ph type="sldNum" sz="quarter" idx="12"/>
          </p:nvPr>
        </p:nvSpPr>
        <p:spPr/>
        <p:txBody>
          <a:bodyPr/>
          <a:lstStyle/>
          <a:p>
            <a:fld id="{AFBF6EB6-F296-4398-807F-21A0180D7CA1}" type="slidenum">
              <a:rPr lang="en-US" smtClean="0"/>
              <a:t>‹#›</a:t>
            </a:fld>
            <a:endParaRPr lang="en-US"/>
          </a:p>
        </p:txBody>
      </p:sp>
      <p:sp>
        <p:nvSpPr>
          <p:cNvPr id="58" name="Rectangle 57"/>
          <p:cNvSpPr/>
          <p:nvPr/>
        </p:nvSpPr>
        <p:spPr>
          <a:xfrm>
            <a:off x="905571" y="601883"/>
            <a:ext cx="3562257" cy="5648445"/>
          </a:xfrm>
          <a:prstGeom prst="rect">
            <a:avLst/>
          </a:prstGeom>
          <a:solidFill>
            <a:schemeClr val="bg1"/>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p:cNvSpPr>
            <a:spLocks noGrp="1"/>
          </p:cNvSpPr>
          <p:nvPr>
            <p:ph idx="1"/>
          </p:nvPr>
        </p:nvSpPr>
        <p:spPr>
          <a:xfrm>
            <a:off x="1145894" y="856527"/>
            <a:ext cx="3090440" cy="5150734"/>
          </a:xfrm>
        </p:spPr>
        <p:txBody>
          <a:bodyPr/>
          <a:lstStyle>
            <a:lvl1pPr>
              <a:defRPr sz="2400"/>
            </a:lvl1pPr>
            <a:lvl2pPr>
              <a:defRPr sz="2200"/>
            </a:lvl2pPr>
            <a:lvl3pPr>
              <a:defRPr sz="2000"/>
            </a:lvl3pPr>
            <a:lvl4pPr>
              <a:defRPr sz="1800"/>
            </a:lvl4pPr>
            <a:lvl5pPr>
              <a:defRPr sz="16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61" name="Rectangle 60"/>
          <p:cNvSpPr/>
          <p:nvPr/>
        </p:nvSpPr>
        <p:spPr>
          <a:xfrm>
            <a:off x="4650889" y="6088284"/>
            <a:ext cx="3505200" cy="8174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Footer Placeholder 5"/>
          <p:cNvSpPr>
            <a:spLocks noGrp="1"/>
          </p:cNvSpPr>
          <p:nvPr>
            <p:ph type="ftr" sz="quarter" idx="11"/>
          </p:nvPr>
        </p:nvSpPr>
        <p:spPr>
          <a:xfrm>
            <a:off x="4641448" y="5724835"/>
            <a:ext cx="3493664" cy="365125"/>
          </a:xfrm>
        </p:spPr>
        <p:txBody>
          <a:bodyPr>
            <a:normAutofit/>
          </a:bodyPr>
          <a:lstStyle/>
          <a:p>
            <a:endParaRPr lang="en-US"/>
          </a:p>
        </p:txBody>
      </p:sp>
      <p:sp>
        <p:nvSpPr>
          <p:cNvPr id="2" name="Title 1"/>
          <p:cNvSpPr>
            <a:spLocks noGrp="1"/>
          </p:cNvSpPr>
          <p:nvPr>
            <p:ph type="title"/>
          </p:nvPr>
        </p:nvSpPr>
        <p:spPr>
          <a:xfrm>
            <a:off x="4739833" y="2657434"/>
            <a:ext cx="3304572" cy="1463153"/>
          </a:xfrm>
        </p:spPr>
        <p:txBody>
          <a:bodyPr anchor="b">
            <a:normAutofit/>
          </a:bodyPr>
          <a:lstStyle>
            <a:lvl1pPr algn="l">
              <a:defRPr sz="2800" b="0"/>
            </a:lvl1pPr>
          </a:lstStyle>
          <a:p>
            <a:r>
              <a:rPr lang="en-US" smtClean="0"/>
              <a:t>Click to edit Master title style</a:t>
            </a:r>
            <a:endParaRPr lang="en-US"/>
          </a:p>
        </p:txBody>
      </p:sp>
      <p:sp>
        <p:nvSpPr>
          <p:cNvPr id="4" name="Text Placeholder 3"/>
          <p:cNvSpPr>
            <a:spLocks noGrp="1"/>
          </p:cNvSpPr>
          <p:nvPr>
            <p:ph type="body" sz="half" idx="2"/>
          </p:nvPr>
        </p:nvSpPr>
        <p:spPr>
          <a:xfrm>
            <a:off x="4736592" y="4136994"/>
            <a:ext cx="3298784" cy="1517904"/>
          </a:xfrm>
        </p:spPr>
        <p:txBody>
          <a:bodyPr>
            <a:normAutofit/>
          </a:bodyPr>
          <a:lstStyle>
            <a:lvl1pPr marL="0" indent="0">
              <a:buNone/>
              <a:defRPr sz="1600">
                <a:solidFill>
                  <a:srgbClr val="424242"/>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grpSp>
        <p:nvGrpSpPr>
          <p:cNvPr id="44" name="Group 43"/>
          <p:cNvGrpSpPr/>
          <p:nvPr/>
        </p:nvGrpSpPr>
        <p:grpSpPr>
          <a:xfrm>
            <a:off x="-382404" y="0"/>
            <a:ext cx="9932332" cy="6858000"/>
            <a:chOff x="-382404" y="0"/>
            <a:chExt cx="9932332" cy="6858000"/>
          </a:xfrm>
        </p:grpSpPr>
        <p:grpSp>
          <p:nvGrpSpPr>
            <p:cNvPr id="45" name="Group 44"/>
            <p:cNvGrpSpPr/>
            <p:nvPr/>
          </p:nvGrpSpPr>
          <p:grpSpPr>
            <a:xfrm>
              <a:off x="0" y="0"/>
              <a:ext cx="9144000" cy="6858000"/>
              <a:chOff x="0" y="0"/>
              <a:chExt cx="9144000" cy="6858000"/>
            </a:xfrm>
          </p:grpSpPr>
          <p:grpSp>
            <p:nvGrpSpPr>
              <p:cNvPr id="75" name="Group 4"/>
              <p:cNvGrpSpPr/>
              <p:nvPr/>
            </p:nvGrpSpPr>
            <p:grpSpPr>
              <a:xfrm>
                <a:off x="0" y="0"/>
                <a:ext cx="2514600" cy="6858000"/>
                <a:chOff x="0" y="0"/>
                <a:chExt cx="2514600" cy="6858000"/>
              </a:xfrm>
            </p:grpSpPr>
            <p:sp>
              <p:nvSpPr>
                <p:cNvPr id="87" name="Rectangle 86"/>
                <p:cNvSpPr/>
                <p:nvPr/>
              </p:nvSpPr>
              <p:spPr>
                <a:xfrm>
                  <a:off x="914400" y="0"/>
                  <a:ext cx="1600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8" name="Rectangle 2"/>
                <p:cNvSpPr/>
                <p:nvPr/>
              </p:nvSpPr>
              <p:spPr>
                <a:xfrm>
                  <a:off x="0" y="0"/>
                  <a:ext cx="457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9" name="Rectangle 3"/>
                <p:cNvSpPr/>
                <p:nvPr/>
              </p:nvSpPr>
              <p:spPr>
                <a:xfrm>
                  <a:off x="228600" y="0"/>
                  <a:ext cx="7620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76" name="Group 5"/>
              <p:cNvGrpSpPr/>
              <p:nvPr/>
            </p:nvGrpSpPr>
            <p:grpSpPr>
              <a:xfrm>
                <a:off x="422910" y="0"/>
                <a:ext cx="2514600" cy="6858000"/>
                <a:chOff x="0" y="0"/>
                <a:chExt cx="2514600" cy="6858000"/>
              </a:xfrm>
            </p:grpSpPr>
            <p:sp>
              <p:nvSpPr>
                <p:cNvPr id="84" name="Rectangle 83"/>
                <p:cNvSpPr/>
                <p:nvPr/>
              </p:nvSpPr>
              <p:spPr>
                <a:xfrm>
                  <a:off x="914400" y="0"/>
                  <a:ext cx="1600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5" name="Rectangle 84"/>
                <p:cNvSpPr/>
                <p:nvPr/>
              </p:nvSpPr>
              <p:spPr>
                <a:xfrm>
                  <a:off x="0" y="0"/>
                  <a:ext cx="457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6" name="Rectangle 85"/>
                <p:cNvSpPr/>
                <p:nvPr/>
              </p:nvSpPr>
              <p:spPr>
                <a:xfrm>
                  <a:off x="228600" y="0"/>
                  <a:ext cx="7620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77" name="Group 9"/>
              <p:cNvGrpSpPr/>
              <p:nvPr/>
            </p:nvGrpSpPr>
            <p:grpSpPr>
              <a:xfrm rot="10800000">
                <a:off x="6629400" y="0"/>
                <a:ext cx="2514600" cy="6858000"/>
                <a:chOff x="0" y="0"/>
                <a:chExt cx="2514600" cy="6858000"/>
              </a:xfrm>
            </p:grpSpPr>
            <p:sp>
              <p:nvSpPr>
                <p:cNvPr id="81" name="Rectangle 80"/>
                <p:cNvSpPr/>
                <p:nvPr/>
              </p:nvSpPr>
              <p:spPr>
                <a:xfrm>
                  <a:off x="914400" y="0"/>
                  <a:ext cx="1600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2" name="Rectangle 81"/>
                <p:cNvSpPr/>
                <p:nvPr/>
              </p:nvSpPr>
              <p:spPr>
                <a:xfrm>
                  <a:off x="0" y="0"/>
                  <a:ext cx="457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3" name="Rectangle 82"/>
                <p:cNvSpPr/>
                <p:nvPr/>
              </p:nvSpPr>
              <p:spPr>
                <a:xfrm>
                  <a:off x="228600" y="0"/>
                  <a:ext cx="7620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78" name="Rectangle 77"/>
              <p:cNvSpPr/>
              <p:nvPr/>
            </p:nvSpPr>
            <p:spPr>
              <a:xfrm>
                <a:off x="3810000" y="0"/>
                <a:ext cx="28194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9" name="Rectangle 78"/>
              <p:cNvSpPr/>
              <p:nvPr/>
            </p:nvSpPr>
            <p:spPr>
              <a:xfrm>
                <a:off x="2895600" y="0"/>
                <a:ext cx="457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0" name="Rectangle 79"/>
              <p:cNvSpPr/>
              <p:nvPr/>
            </p:nvSpPr>
            <p:spPr>
              <a:xfrm>
                <a:off x="3124200" y="0"/>
                <a:ext cx="7620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46" name="Freeform 45"/>
            <p:cNvSpPr/>
            <p:nvPr/>
          </p:nvSpPr>
          <p:spPr>
            <a:xfrm>
              <a:off x="-11875" y="5035138"/>
              <a:ext cx="9144000" cy="1175655"/>
            </a:xfrm>
            <a:custGeom>
              <a:avLst/>
              <a:gdLst>
                <a:gd name="connsiteX0" fmla="*/ 0 w 9144000"/>
                <a:gd name="connsiteY0" fmla="*/ 1116280 h 1175656"/>
                <a:gd name="connsiteX1" fmla="*/ 1674420 w 9144000"/>
                <a:gd name="connsiteY1" fmla="*/ 1163781 h 1175656"/>
                <a:gd name="connsiteX2" fmla="*/ 4120737 w 9144000"/>
                <a:gd name="connsiteY2" fmla="*/ 1045028 h 1175656"/>
                <a:gd name="connsiteX3" fmla="*/ 7172696 w 9144000"/>
                <a:gd name="connsiteY3" fmla="*/ 605641 h 1175656"/>
                <a:gd name="connsiteX4" fmla="*/ 9144000 w 9144000"/>
                <a:gd name="connsiteY4" fmla="*/ 0 h 1175656"/>
                <a:gd name="connsiteX0" fmla="*/ 0 w 9144000"/>
                <a:gd name="connsiteY0" fmla="*/ 1270659 h 1330035"/>
                <a:gd name="connsiteX1" fmla="*/ 1674420 w 9144000"/>
                <a:gd name="connsiteY1" fmla="*/ 1318160 h 1330035"/>
                <a:gd name="connsiteX2" fmla="*/ 4120737 w 9144000"/>
                <a:gd name="connsiteY2" fmla="*/ 1199407 h 1330035"/>
                <a:gd name="connsiteX3" fmla="*/ 7172696 w 9144000"/>
                <a:gd name="connsiteY3" fmla="*/ 760020 h 1330035"/>
                <a:gd name="connsiteX4" fmla="*/ 9144000 w 9144000"/>
                <a:gd name="connsiteY4" fmla="*/ 0 h 1330035"/>
                <a:gd name="connsiteX0" fmla="*/ 0 w 9144000"/>
                <a:gd name="connsiteY0" fmla="*/ 1270659 h 1330035"/>
                <a:gd name="connsiteX1" fmla="*/ 1674420 w 9144000"/>
                <a:gd name="connsiteY1" fmla="*/ 1318160 h 1330035"/>
                <a:gd name="connsiteX2" fmla="*/ 4120737 w 9144000"/>
                <a:gd name="connsiteY2" fmla="*/ 1199407 h 1330035"/>
                <a:gd name="connsiteX3" fmla="*/ 7172696 w 9144000"/>
                <a:gd name="connsiteY3" fmla="*/ 760020 h 1330035"/>
                <a:gd name="connsiteX4" fmla="*/ 9144000 w 9144000"/>
                <a:gd name="connsiteY4" fmla="*/ 0 h 1330035"/>
                <a:gd name="connsiteX0" fmla="*/ 0 w 9144000"/>
                <a:gd name="connsiteY0" fmla="*/ 1270659 h 1330035"/>
                <a:gd name="connsiteX1" fmla="*/ 1674420 w 9144000"/>
                <a:gd name="connsiteY1" fmla="*/ 1318160 h 1330035"/>
                <a:gd name="connsiteX2" fmla="*/ 4120737 w 9144000"/>
                <a:gd name="connsiteY2" fmla="*/ 1199407 h 1330035"/>
                <a:gd name="connsiteX3" fmla="*/ 7172696 w 9144000"/>
                <a:gd name="connsiteY3" fmla="*/ 760020 h 1330035"/>
                <a:gd name="connsiteX4" fmla="*/ 9144000 w 9144000"/>
                <a:gd name="connsiteY4" fmla="*/ 0 h 1330035"/>
                <a:gd name="connsiteX0" fmla="*/ 0 w 9144000"/>
                <a:gd name="connsiteY0" fmla="*/ 1116279 h 1175655"/>
                <a:gd name="connsiteX1" fmla="*/ 1674420 w 9144000"/>
                <a:gd name="connsiteY1" fmla="*/ 1163780 h 1175655"/>
                <a:gd name="connsiteX2" fmla="*/ 4120737 w 9144000"/>
                <a:gd name="connsiteY2" fmla="*/ 1045027 h 1175655"/>
                <a:gd name="connsiteX3" fmla="*/ 7172696 w 9144000"/>
                <a:gd name="connsiteY3" fmla="*/ 605640 h 1175655"/>
                <a:gd name="connsiteX4" fmla="*/ 9144000 w 9144000"/>
                <a:gd name="connsiteY4" fmla="*/ 0 h 117565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44000" h="1175655">
                  <a:moveTo>
                    <a:pt x="0" y="1116279"/>
                  </a:moveTo>
                  <a:cubicBezTo>
                    <a:pt x="493815" y="1145967"/>
                    <a:pt x="987631" y="1175655"/>
                    <a:pt x="1674420" y="1163780"/>
                  </a:cubicBezTo>
                  <a:cubicBezTo>
                    <a:pt x="2361209" y="1151905"/>
                    <a:pt x="3204358" y="1138050"/>
                    <a:pt x="4120737" y="1045027"/>
                  </a:cubicBezTo>
                  <a:cubicBezTo>
                    <a:pt x="5037116" y="952004"/>
                    <a:pt x="6335486" y="779811"/>
                    <a:pt x="7172696" y="605640"/>
                  </a:cubicBezTo>
                  <a:cubicBezTo>
                    <a:pt x="8009907" y="431469"/>
                    <a:pt x="8866910" y="154379"/>
                    <a:pt x="9144000" y="0"/>
                  </a:cubicBezTo>
                </a:path>
              </a:pathLst>
            </a:custGeom>
            <a:ln w="6350">
              <a:solidFill>
                <a:schemeClr val="bg1">
                  <a:alpha val="2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47" name="Freeform 46"/>
            <p:cNvSpPr/>
            <p:nvPr/>
          </p:nvSpPr>
          <p:spPr>
            <a:xfrm>
              <a:off x="-11875" y="3467595"/>
              <a:ext cx="9144000" cy="890650"/>
            </a:xfrm>
            <a:custGeom>
              <a:avLst/>
              <a:gdLst>
                <a:gd name="connsiteX0" fmla="*/ 0 w 9144000"/>
                <a:gd name="connsiteY0" fmla="*/ 890650 h 890650"/>
                <a:gd name="connsiteX1" fmla="*/ 1045028 w 9144000"/>
                <a:gd name="connsiteY1" fmla="*/ 475013 h 890650"/>
                <a:gd name="connsiteX2" fmla="*/ 3111335 w 9144000"/>
                <a:gd name="connsiteY2" fmla="*/ 71252 h 890650"/>
                <a:gd name="connsiteX3" fmla="*/ 5913911 w 9144000"/>
                <a:gd name="connsiteY3" fmla="*/ 71252 h 890650"/>
                <a:gd name="connsiteX4" fmla="*/ 9144000 w 9144000"/>
                <a:gd name="connsiteY4" fmla="*/ 498764 h 8906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44000" h="890650">
                  <a:moveTo>
                    <a:pt x="0" y="890650"/>
                  </a:moveTo>
                  <a:cubicBezTo>
                    <a:pt x="263236" y="751114"/>
                    <a:pt x="526472" y="611579"/>
                    <a:pt x="1045028" y="475013"/>
                  </a:cubicBezTo>
                  <a:cubicBezTo>
                    <a:pt x="1563584" y="338447"/>
                    <a:pt x="2299855" y="138545"/>
                    <a:pt x="3111335" y="71252"/>
                  </a:cubicBezTo>
                  <a:cubicBezTo>
                    <a:pt x="3922815" y="3959"/>
                    <a:pt x="4908467" y="0"/>
                    <a:pt x="5913911" y="71252"/>
                  </a:cubicBezTo>
                  <a:cubicBezTo>
                    <a:pt x="6919355" y="142504"/>
                    <a:pt x="8595756" y="427512"/>
                    <a:pt x="9144000" y="498764"/>
                  </a:cubicBezTo>
                </a:path>
              </a:pathLst>
            </a:custGeom>
            <a:ln w="6350">
              <a:solidFill>
                <a:schemeClr val="bg1">
                  <a:alpha val="2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48" name="Freeform 47"/>
            <p:cNvSpPr/>
            <p:nvPr/>
          </p:nvSpPr>
          <p:spPr>
            <a:xfrm>
              <a:off x="-23751" y="5640779"/>
              <a:ext cx="3004457" cy="1211283"/>
            </a:xfrm>
            <a:custGeom>
              <a:avLst/>
              <a:gdLst>
                <a:gd name="connsiteX0" fmla="*/ 0 w 3004457"/>
                <a:gd name="connsiteY0" fmla="*/ 0 h 1211283"/>
                <a:gd name="connsiteX1" fmla="*/ 3004457 w 3004457"/>
                <a:gd name="connsiteY1" fmla="*/ 1211283 h 1211283"/>
              </a:gdLst>
              <a:ahLst/>
              <a:cxnLst>
                <a:cxn ang="0">
                  <a:pos x="connsiteX0" y="connsiteY0"/>
                </a:cxn>
                <a:cxn ang="0">
                  <a:pos x="connsiteX1" y="connsiteY1"/>
                </a:cxn>
              </a:cxnLst>
              <a:rect l="l" t="t" r="r" b="b"/>
              <a:pathLst>
                <a:path w="3004457" h="1211283">
                  <a:moveTo>
                    <a:pt x="0" y="0"/>
                  </a:moveTo>
                  <a:cubicBezTo>
                    <a:pt x="1103415" y="501732"/>
                    <a:pt x="2206831" y="1003465"/>
                    <a:pt x="3004457" y="1211283"/>
                  </a:cubicBezTo>
                </a:path>
              </a:pathLst>
            </a:custGeom>
            <a:ln w="6350">
              <a:solidFill>
                <a:schemeClr val="bg1">
                  <a:alpha val="2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49" name="Freeform 48"/>
            <p:cNvSpPr/>
            <p:nvPr/>
          </p:nvSpPr>
          <p:spPr>
            <a:xfrm>
              <a:off x="-11875" y="5284519"/>
              <a:ext cx="9144000" cy="1478478"/>
            </a:xfrm>
            <a:custGeom>
              <a:avLst/>
              <a:gdLst>
                <a:gd name="connsiteX0" fmla="*/ 0 w 9144000"/>
                <a:gd name="connsiteY0" fmla="*/ 0 h 1478478"/>
                <a:gd name="connsiteX1" fmla="*/ 1104405 w 9144000"/>
                <a:gd name="connsiteY1" fmla="*/ 344385 h 1478478"/>
                <a:gd name="connsiteX2" fmla="*/ 3194462 w 9144000"/>
                <a:gd name="connsiteY2" fmla="*/ 866899 h 1478478"/>
                <a:gd name="connsiteX3" fmla="*/ 5676405 w 9144000"/>
                <a:gd name="connsiteY3" fmla="*/ 1282536 h 1478478"/>
                <a:gd name="connsiteX4" fmla="*/ 7730836 w 9144000"/>
                <a:gd name="connsiteY4" fmla="*/ 1448790 h 1478478"/>
                <a:gd name="connsiteX5" fmla="*/ 8573984 w 9144000"/>
                <a:gd name="connsiteY5" fmla="*/ 1460665 h 1478478"/>
                <a:gd name="connsiteX6" fmla="*/ 9144000 w 9144000"/>
                <a:gd name="connsiteY6" fmla="*/ 1425039 h 14784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144000" h="1478478">
                  <a:moveTo>
                    <a:pt x="0" y="0"/>
                  </a:moveTo>
                  <a:cubicBezTo>
                    <a:pt x="285997" y="99951"/>
                    <a:pt x="571995" y="199902"/>
                    <a:pt x="1104405" y="344385"/>
                  </a:cubicBezTo>
                  <a:cubicBezTo>
                    <a:pt x="1636815" y="488868"/>
                    <a:pt x="2432462" y="710541"/>
                    <a:pt x="3194462" y="866899"/>
                  </a:cubicBezTo>
                  <a:cubicBezTo>
                    <a:pt x="3956462" y="1023258"/>
                    <a:pt x="4920343" y="1185554"/>
                    <a:pt x="5676405" y="1282536"/>
                  </a:cubicBezTo>
                  <a:cubicBezTo>
                    <a:pt x="6432467" y="1379518"/>
                    <a:pt x="7247906" y="1419102"/>
                    <a:pt x="7730836" y="1448790"/>
                  </a:cubicBezTo>
                  <a:cubicBezTo>
                    <a:pt x="8213766" y="1478478"/>
                    <a:pt x="8338457" y="1464623"/>
                    <a:pt x="8573984" y="1460665"/>
                  </a:cubicBezTo>
                  <a:cubicBezTo>
                    <a:pt x="8809511" y="1456707"/>
                    <a:pt x="8976755" y="1440873"/>
                    <a:pt x="9144000" y="1425039"/>
                  </a:cubicBezTo>
                </a:path>
              </a:pathLst>
            </a:custGeom>
            <a:ln w="6350">
              <a:solidFill>
                <a:schemeClr val="bg1">
                  <a:alpha val="2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50" name="Freeform 49"/>
            <p:cNvSpPr/>
            <p:nvPr/>
          </p:nvSpPr>
          <p:spPr>
            <a:xfrm>
              <a:off x="2137558" y="5132120"/>
              <a:ext cx="6982691" cy="1719942"/>
            </a:xfrm>
            <a:custGeom>
              <a:avLst/>
              <a:gdLst>
                <a:gd name="connsiteX0" fmla="*/ 0 w 6982691"/>
                <a:gd name="connsiteY0" fmla="*/ 1719942 h 1719942"/>
                <a:gd name="connsiteX1" fmla="*/ 546265 w 6982691"/>
                <a:gd name="connsiteY1" fmla="*/ 1185553 h 1719942"/>
                <a:gd name="connsiteX2" fmla="*/ 1330037 w 6982691"/>
                <a:gd name="connsiteY2" fmla="*/ 710540 h 1719942"/>
                <a:gd name="connsiteX3" fmla="*/ 2078182 w 6982691"/>
                <a:gd name="connsiteY3" fmla="*/ 437407 h 1719942"/>
                <a:gd name="connsiteX4" fmla="*/ 3348842 w 6982691"/>
                <a:gd name="connsiteY4" fmla="*/ 152399 h 1719942"/>
                <a:gd name="connsiteX5" fmla="*/ 4001985 w 6982691"/>
                <a:gd name="connsiteY5" fmla="*/ 69272 h 1719942"/>
                <a:gd name="connsiteX6" fmla="*/ 5047013 w 6982691"/>
                <a:gd name="connsiteY6" fmla="*/ 9896 h 1719942"/>
                <a:gd name="connsiteX7" fmla="*/ 5890161 w 6982691"/>
                <a:gd name="connsiteY7" fmla="*/ 9896 h 1719942"/>
                <a:gd name="connsiteX8" fmla="*/ 6495803 w 6982691"/>
                <a:gd name="connsiteY8" fmla="*/ 9896 h 1719942"/>
                <a:gd name="connsiteX9" fmla="*/ 6899564 w 6982691"/>
                <a:gd name="connsiteY9" fmla="*/ 33646 h 1719942"/>
                <a:gd name="connsiteX10" fmla="*/ 6982691 w 6982691"/>
                <a:gd name="connsiteY10" fmla="*/ 45522 h 17199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6982691" h="1719942">
                  <a:moveTo>
                    <a:pt x="0" y="1719942"/>
                  </a:moveTo>
                  <a:cubicBezTo>
                    <a:pt x="162296" y="1536864"/>
                    <a:pt x="324592" y="1353787"/>
                    <a:pt x="546265" y="1185553"/>
                  </a:cubicBezTo>
                  <a:cubicBezTo>
                    <a:pt x="767938" y="1017319"/>
                    <a:pt x="1074718" y="835231"/>
                    <a:pt x="1330037" y="710540"/>
                  </a:cubicBezTo>
                  <a:cubicBezTo>
                    <a:pt x="1585356" y="585849"/>
                    <a:pt x="1741715" y="530430"/>
                    <a:pt x="2078182" y="437407"/>
                  </a:cubicBezTo>
                  <a:cubicBezTo>
                    <a:pt x="2414649" y="344384"/>
                    <a:pt x="3028208" y="213755"/>
                    <a:pt x="3348842" y="152399"/>
                  </a:cubicBezTo>
                  <a:cubicBezTo>
                    <a:pt x="3669476" y="91043"/>
                    <a:pt x="3718957" y="93022"/>
                    <a:pt x="4001985" y="69272"/>
                  </a:cubicBezTo>
                  <a:cubicBezTo>
                    <a:pt x="4285013" y="45522"/>
                    <a:pt x="4732317" y="19792"/>
                    <a:pt x="5047013" y="9896"/>
                  </a:cubicBezTo>
                  <a:cubicBezTo>
                    <a:pt x="5361709" y="0"/>
                    <a:pt x="5890161" y="9896"/>
                    <a:pt x="5890161" y="9896"/>
                  </a:cubicBezTo>
                  <a:lnTo>
                    <a:pt x="6495803" y="9896"/>
                  </a:lnTo>
                  <a:cubicBezTo>
                    <a:pt x="6664037" y="13854"/>
                    <a:pt x="6818416" y="27708"/>
                    <a:pt x="6899564" y="33646"/>
                  </a:cubicBezTo>
                  <a:cubicBezTo>
                    <a:pt x="6980712" y="39584"/>
                    <a:pt x="6953003" y="37605"/>
                    <a:pt x="6982691" y="45522"/>
                  </a:cubicBezTo>
                </a:path>
              </a:pathLst>
            </a:custGeom>
            <a:ln w="6350">
              <a:solidFill>
                <a:schemeClr val="bg1">
                  <a:alpha val="2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51" name="Hexagon 50"/>
            <p:cNvSpPr/>
            <p:nvPr/>
          </p:nvSpPr>
          <p:spPr>
            <a:xfrm rot="1800000">
              <a:off x="2996165" y="2859252"/>
              <a:ext cx="1601400" cy="1388236"/>
            </a:xfrm>
            <a:prstGeom prst="hexagon">
              <a:avLst>
                <a:gd name="adj" fmla="val 28544"/>
                <a:gd name="vf" fmla="val 115470"/>
              </a:avLst>
            </a:prstGeom>
            <a:solidFill>
              <a:schemeClr val="bg1">
                <a:alpha val="1000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 name="Hexagon 51"/>
            <p:cNvSpPr/>
            <p:nvPr/>
          </p:nvSpPr>
          <p:spPr>
            <a:xfrm rot="1800000">
              <a:off x="3720065" y="4126078"/>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0" name="Hexagon 59"/>
            <p:cNvSpPr/>
            <p:nvPr/>
          </p:nvSpPr>
          <p:spPr>
            <a:xfrm rot="1800000">
              <a:off x="3729591" y="1592427"/>
              <a:ext cx="1601400" cy="1388236"/>
            </a:xfrm>
            <a:prstGeom prst="hexagon">
              <a:avLst>
                <a:gd name="adj" fmla="val 28544"/>
                <a:gd name="vf" fmla="val 115470"/>
              </a:avLst>
            </a:prstGeom>
            <a:solidFill>
              <a:schemeClr val="bg1">
                <a:alpha val="7000"/>
              </a:schemeClr>
            </a:solidFill>
            <a:ln w="12700">
              <a:solidFill>
                <a:schemeClr val="bg1">
                  <a:alpha val="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 name="Hexagon 60"/>
            <p:cNvSpPr/>
            <p:nvPr/>
          </p:nvSpPr>
          <p:spPr>
            <a:xfrm rot="1800000">
              <a:off x="2977115" y="325603"/>
              <a:ext cx="1601400" cy="1388236"/>
            </a:xfrm>
            <a:prstGeom prst="hexagon">
              <a:avLst>
                <a:gd name="adj" fmla="val 28544"/>
                <a:gd name="vf" fmla="val 115470"/>
              </a:avLst>
            </a:prstGeom>
            <a:solidFill>
              <a:schemeClr val="bg1">
                <a:alpha val="4000"/>
              </a:schemeClr>
            </a:solidFill>
            <a:ln w="12700">
              <a:solidFill>
                <a:schemeClr val="bg1">
                  <a:alpha val="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2" name="Hexagon 61"/>
            <p:cNvSpPr/>
            <p:nvPr/>
          </p:nvSpPr>
          <p:spPr>
            <a:xfrm rot="1800000">
              <a:off x="4463014" y="5383378"/>
              <a:ext cx="1601400" cy="1388236"/>
            </a:xfrm>
            <a:prstGeom prst="hexagon">
              <a:avLst>
                <a:gd name="adj" fmla="val 28544"/>
                <a:gd name="vf" fmla="val 115470"/>
              </a:avLst>
            </a:prstGeom>
            <a:solidFill>
              <a:schemeClr val="bg1">
                <a:alpha val="600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3" name="Freeform 62"/>
            <p:cNvSpPr/>
            <p:nvPr/>
          </p:nvSpPr>
          <p:spPr>
            <a:xfrm rot="1800000">
              <a:off x="-382404" y="4201528"/>
              <a:ext cx="1261499" cy="1388236"/>
            </a:xfrm>
            <a:custGeom>
              <a:avLst/>
              <a:gdLst>
                <a:gd name="connsiteX0" fmla="*/ 0 w 1601400"/>
                <a:gd name="connsiteY0" fmla="*/ 694118 h 1388236"/>
                <a:gd name="connsiteX1" fmla="*/ 396258 w 1601400"/>
                <a:gd name="connsiteY1" fmla="*/ 0 h 1388236"/>
                <a:gd name="connsiteX2" fmla="*/ 1205142 w 1601400"/>
                <a:gd name="connsiteY2" fmla="*/ 0 h 1388236"/>
                <a:gd name="connsiteX3" fmla="*/ 1601400 w 1601400"/>
                <a:gd name="connsiteY3" fmla="*/ 694118 h 1388236"/>
                <a:gd name="connsiteX4" fmla="*/ 1205142 w 1601400"/>
                <a:gd name="connsiteY4" fmla="*/ 1388236 h 1388236"/>
                <a:gd name="connsiteX5" fmla="*/ 396258 w 1601400"/>
                <a:gd name="connsiteY5" fmla="*/ 1388236 h 1388236"/>
                <a:gd name="connsiteX6" fmla="*/ 0 w 1601400"/>
                <a:gd name="connsiteY6" fmla="*/ 694118 h 1388236"/>
                <a:gd name="connsiteX0" fmla="*/ 0 w 1261499"/>
                <a:gd name="connsiteY0" fmla="*/ 105098 h 1388236"/>
                <a:gd name="connsiteX1" fmla="*/ 56357 w 1261499"/>
                <a:gd name="connsiteY1" fmla="*/ 0 h 1388236"/>
                <a:gd name="connsiteX2" fmla="*/ 865241 w 1261499"/>
                <a:gd name="connsiteY2" fmla="*/ 0 h 1388236"/>
                <a:gd name="connsiteX3" fmla="*/ 1261499 w 1261499"/>
                <a:gd name="connsiteY3" fmla="*/ 694118 h 1388236"/>
                <a:gd name="connsiteX4" fmla="*/ 865241 w 1261499"/>
                <a:gd name="connsiteY4" fmla="*/ 1388236 h 1388236"/>
                <a:gd name="connsiteX5" fmla="*/ 56357 w 1261499"/>
                <a:gd name="connsiteY5" fmla="*/ 1388236 h 1388236"/>
                <a:gd name="connsiteX6" fmla="*/ 0 w 1261499"/>
                <a:gd name="connsiteY6" fmla="*/ 105098 h 1388236"/>
                <a:gd name="connsiteX0" fmla="*/ 0 w 1261499"/>
                <a:gd name="connsiteY0" fmla="*/ 105098 h 1388236"/>
                <a:gd name="connsiteX1" fmla="*/ 56357 w 1261499"/>
                <a:gd name="connsiteY1" fmla="*/ 0 h 1388236"/>
                <a:gd name="connsiteX2" fmla="*/ 865241 w 1261499"/>
                <a:gd name="connsiteY2" fmla="*/ 0 h 1388236"/>
                <a:gd name="connsiteX3" fmla="*/ 1261499 w 1261499"/>
                <a:gd name="connsiteY3" fmla="*/ 694118 h 1388236"/>
                <a:gd name="connsiteX4" fmla="*/ 865241 w 1261499"/>
                <a:gd name="connsiteY4" fmla="*/ 1388236 h 1388236"/>
                <a:gd name="connsiteX5" fmla="*/ 744578 w 1261499"/>
                <a:gd name="connsiteY5" fmla="*/ 1387893 h 1388236"/>
                <a:gd name="connsiteX6" fmla="*/ 0 w 1261499"/>
                <a:gd name="connsiteY6" fmla="*/ 105098 h 1388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61499" h="1388236">
                  <a:moveTo>
                    <a:pt x="0" y="105098"/>
                  </a:moveTo>
                  <a:lnTo>
                    <a:pt x="56357" y="0"/>
                  </a:lnTo>
                  <a:lnTo>
                    <a:pt x="865241" y="0"/>
                  </a:lnTo>
                  <a:lnTo>
                    <a:pt x="1261499" y="694118"/>
                  </a:lnTo>
                  <a:lnTo>
                    <a:pt x="865241" y="1388236"/>
                  </a:lnTo>
                  <a:lnTo>
                    <a:pt x="744578" y="1387893"/>
                  </a:lnTo>
                  <a:lnTo>
                    <a:pt x="0" y="105098"/>
                  </a:lnTo>
                  <a:close/>
                </a:path>
              </a:pathLst>
            </a:custGeom>
            <a:solidFill>
              <a:schemeClr val="bg1">
                <a:alpha val="1000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4" name="Hexagon 63"/>
            <p:cNvSpPr/>
            <p:nvPr/>
          </p:nvSpPr>
          <p:spPr>
            <a:xfrm rot="1800000">
              <a:off x="24365" y="5402429"/>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5" name="Hexagon 64"/>
            <p:cNvSpPr/>
            <p:nvPr/>
          </p:nvSpPr>
          <p:spPr>
            <a:xfrm rot="1800000">
              <a:off x="52941" y="2849728"/>
              <a:ext cx="1601400" cy="1388236"/>
            </a:xfrm>
            <a:prstGeom prst="hexagon">
              <a:avLst>
                <a:gd name="adj" fmla="val 28544"/>
                <a:gd name="vf" fmla="val 115470"/>
              </a:avLst>
            </a:prstGeom>
            <a:solidFill>
              <a:schemeClr val="bg1">
                <a:alpha val="7000"/>
              </a:schemeClr>
            </a:solidFill>
            <a:ln w="12700">
              <a:solidFill>
                <a:schemeClr val="bg1">
                  <a:alpha val="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6" name="Hexagon 65"/>
            <p:cNvSpPr/>
            <p:nvPr/>
          </p:nvSpPr>
          <p:spPr>
            <a:xfrm rot="1800000">
              <a:off x="776840" y="4126077"/>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7" name="Hexagon 66"/>
            <p:cNvSpPr/>
            <p:nvPr/>
          </p:nvSpPr>
          <p:spPr>
            <a:xfrm rot="1800000">
              <a:off x="1510265" y="5411953"/>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8" name="Hexagon 67"/>
            <p:cNvSpPr/>
            <p:nvPr/>
          </p:nvSpPr>
          <p:spPr>
            <a:xfrm rot="1800000">
              <a:off x="1529316" y="2859252"/>
              <a:ext cx="1601400" cy="1388236"/>
            </a:xfrm>
            <a:prstGeom prst="hexagon">
              <a:avLst>
                <a:gd name="adj" fmla="val 28544"/>
                <a:gd name="vf" fmla="val 115470"/>
              </a:avLst>
            </a:prstGeom>
            <a:solidFill>
              <a:schemeClr val="bg1">
                <a:alpha val="7000"/>
              </a:schemeClr>
            </a:solidFill>
            <a:ln w="12700">
              <a:solidFill>
                <a:schemeClr val="bg1">
                  <a:alpha val="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9" name="Hexagon 68"/>
            <p:cNvSpPr/>
            <p:nvPr/>
          </p:nvSpPr>
          <p:spPr>
            <a:xfrm rot="1800000">
              <a:off x="795890" y="1563853"/>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0" name="Hexagon 69"/>
            <p:cNvSpPr/>
            <p:nvPr/>
          </p:nvSpPr>
          <p:spPr>
            <a:xfrm rot="1800000">
              <a:off x="6806166" y="4145128"/>
              <a:ext cx="1601400" cy="1388236"/>
            </a:xfrm>
            <a:prstGeom prst="hexagon">
              <a:avLst>
                <a:gd name="adj" fmla="val 28544"/>
                <a:gd name="vf" fmla="val 115470"/>
              </a:avLst>
            </a:prstGeom>
            <a:solidFill>
              <a:schemeClr val="bg1">
                <a:alpha val="1000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1" name="Hexagon 70"/>
            <p:cNvSpPr/>
            <p:nvPr/>
          </p:nvSpPr>
          <p:spPr>
            <a:xfrm rot="1800000">
              <a:off x="7549116" y="5421479"/>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2" name="Hexagon 71"/>
            <p:cNvSpPr/>
            <p:nvPr/>
          </p:nvSpPr>
          <p:spPr>
            <a:xfrm rot="1800000">
              <a:off x="7549117" y="2868778"/>
              <a:ext cx="1601400" cy="1388236"/>
            </a:xfrm>
            <a:prstGeom prst="hexagon">
              <a:avLst>
                <a:gd name="adj" fmla="val 28544"/>
                <a:gd name="vf" fmla="val 115470"/>
              </a:avLst>
            </a:prstGeom>
            <a:solidFill>
              <a:schemeClr val="bg1">
                <a:alpha val="7000"/>
              </a:schemeClr>
            </a:solidFill>
            <a:ln w="12700">
              <a:solidFill>
                <a:schemeClr val="bg1">
                  <a:alpha val="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3" name="Freeform 72"/>
            <p:cNvSpPr/>
            <p:nvPr/>
          </p:nvSpPr>
          <p:spPr>
            <a:xfrm rot="1800000">
              <a:off x="8306521" y="4055629"/>
              <a:ext cx="1243407" cy="1388236"/>
            </a:xfrm>
            <a:custGeom>
              <a:avLst/>
              <a:gdLst>
                <a:gd name="connsiteX0" fmla="*/ 0 w 1601400"/>
                <a:gd name="connsiteY0" fmla="*/ 694118 h 1388236"/>
                <a:gd name="connsiteX1" fmla="*/ 396258 w 1601400"/>
                <a:gd name="connsiteY1" fmla="*/ 0 h 1388236"/>
                <a:gd name="connsiteX2" fmla="*/ 1205142 w 1601400"/>
                <a:gd name="connsiteY2" fmla="*/ 0 h 1388236"/>
                <a:gd name="connsiteX3" fmla="*/ 1601400 w 1601400"/>
                <a:gd name="connsiteY3" fmla="*/ 694118 h 1388236"/>
                <a:gd name="connsiteX4" fmla="*/ 1205142 w 1601400"/>
                <a:gd name="connsiteY4" fmla="*/ 1388236 h 1388236"/>
                <a:gd name="connsiteX5" fmla="*/ 396258 w 1601400"/>
                <a:gd name="connsiteY5" fmla="*/ 1388236 h 1388236"/>
                <a:gd name="connsiteX6" fmla="*/ 0 w 1601400"/>
                <a:gd name="connsiteY6" fmla="*/ 694118 h 1388236"/>
                <a:gd name="connsiteX0" fmla="*/ 0 w 1601400"/>
                <a:gd name="connsiteY0" fmla="*/ 694118 h 1388236"/>
                <a:gd name="connsiteX1" fmla="*/ 396258 w 1601400"/>
                <a:gd name="connsiteY1" fmla="*/ 0 h 1388236"/>
                <a:gd name="connsiteX2" fmla="*/ 474029 w 1601400"/>
                <a:gd name="connsiteY2" fmla="*/ 4016 h 1388236"/>
                <a:gd name="connsiteX3" fmla="*/ 1601400 w 1601400"/>
                <a:gd name="connsiteY3" fmla="*/ 694118 h 1388236"/>
                <a:gd name="connsiteX4" fmla="*/ 1205142 w 1601400"/>
                <a:gd name="connsiteY4" fmla="*/ 1388236 h 1388236"/>
                <a:gd name="connsiteX5" fmla="*/ 396258 w 1601400"/>
                <a:gd name="connsiteY5" fmla="*/ 1388236 h 1388236"/>
                <a:gd name="connsiteX6" fmla="*/ 0 w 1601400"/>
                <a:gd name="connsiteY6" fmla="*/ 694118 h 1388236"/>
                <a:gd name="connsiteX0" fmla="*/ 0 w 1243407"/>
                <a:gd name="connsiteY0" fmla="*/ 694118 h 1388236"/>
                <a:gd name="connsiteX1" fmla="*/ 396258 w 1243407"/>
                <a:gd name="connsiteY1" fmla="*/ 0 h 1388236"/>
                <a:gd name="connsiteX2" fmla="*/ 474029 w 1243407"/>
                <a:gd name="connsiteY2" fmla="*/ 4016 h 1388236"/>
                <a:gd name="connsiteX3" fmla="*/ 1243407 w 1243407"/>
                <a:gd name="connsiteY3" fmla="*/ 1325983 h 1388236"/>
                <a:gd name="connsiteX4" fmla="*/ 1205142 w 1243407"/>
                <a:gd name="connsiteY4" fmla="*/ 1388236 h 1388236"/>
                <a:gd name="connsiteX5" fmla="*/ 396258 w 1243407"/>
                <a:gd name="connsiteY5" fmla="*/ 1388236 h 1388236"/>
                <a:gd name="connsiteX6" fmla="*/ 0 w 1243407"/>
                <a:gd name="connsiteY6" fmla="*/ 694118 h 1388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43407" h="1388236">
                  <a:moveTo>
                    <a:pt x="0" y="694118"/>
                  </a:moveTo>
                  <a:lnTo>
                    <a:pt x="396258" y="0"/>
                  </a:lnTo>
                  <a:lnTo>
                    <a:pt x="474029" y="4016"/>
                  </a:lnTo>
                  <a:lnTo>
                    <a:pt x="1243407" y="1325983"/>
                  </a:lnTo>
                  <a:lnTo>
                    <a:pt x="1205142" y="1388236"/>
                  </a:lnTo>
                  <a:lnTo>
                    <a:pt x="396258" y="1388236"/>
                  </a:lnTo>
                  <a:lnTo>
                    <a:pt x="0" y="694118"/>
                  </a:lnTo>
                  <a:close/>
                </a:path>
              </a:pathLst>
            </a:custGeom>
            <a:solidFill>
              <a:schemeClr val="bg1">
                <a:alpha val="400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4" name="Freeform 73"/>
            <p:cNvSpPr/>
            <p:nvPr/>
          </p:nvSpPr>
          <p:spPr>
            <a:xfrm rot="1800000">
              <a:off x="8306771" y="1511524"/>
              <a:ext cx="1241871" cy="1388822"/>
            </a:xfrm>
            <a:custGeom>
              <a:avLst/>
              <a:gdLst>
                <a:gd name="connsiteX0" fmla="*/ 0 w 1601400"/>
                <a:gd name="connsiteY0" fmla="*/ 694118 h 1388236"/>
                <a:gd name="connsiteX1" fmla="*/ 396258 w 1601400"/>
                <a:gd name="connsiteY1" fmla="*/ 0 h 1388236"/>
                <a:gd name="connsiteX2" fmla="*/ 1205142 w 1601400"/>
                <a:gd name="connsiteY2" fmla="*/ 0 h 1388236"/>
                <a:gd name="connsiteX3" fmla="*/ 1601400 w 1601400"/>
                <a:gd name="connsiteY3" fmla="*/ 694118 h 1388236"/>
                <a:gd name="connsiteX4" fmla="*/ 1205142 w 1601400"/>
                <a:gd name="connsiteY4" fmla="*/ 1388236 h 1388236"/>
                <a:gd name="connsiteX5" fmla="*/ 396258 w 1601400"/>
                <a:gd name="connsiteY5" fmla="*/ 1388236 h 1388236"/>
                <a:gd name="connsiteX6" fmla="*/ 0 w 1601400"/>
                <a:gd name="connsiteY6" fmla="*/ 694118 h 1388236"/>
                <a:gd name="connsiteX0" fmla="*/ 0 w 1601400"/>
                <a:gd name="connsiteY0" fmla="*/ 694704 h 1388822"/>
                <a:gd name="connsiteX1" fmla="*/ 396258 w 1601400"/>
                <a:gd name="connsiteY1" fmla="*/ 586 h 1388822"/>
                <a:gd name="connsiteX2" fmla="*/ 482002 w 1601400"/>
                <a:gd name="connsiteY2" fmla="*/ 0 h 1388822"/>
                <a:gd name="connsiteX3" fmla="*/ 1601400 w 1601400"/>
                <a:gd name="connsiteY3" fmla="*/ 694704 h 1388822"/>
                <a:gd name="connsiteX4" fmla="*/ 1205142 w 1601400"/>
                <a:gd name="connsiteY4" fmla="*/ 1388822 h 1388822"/>
                <a:gd name="connsiteX5" fmla="*/ 396258 w 1601400"/>
                <a:gd name="connsiteY5" fmla="*/ 1388822 h 1388822"/>
                <a:gd name="connsiteX6" fmla="*/ 0 w 1601400"/>
                <a:gd name="connsiteY6" fmla="*/ 694704 h 1388822"/>
                <a:gd name="connsiteX0" fmla="*/ 0 w 1241871"/>
                <a:gd name="connsiteY0" fmla="*/ 694704 h 1388822"/>
                <a:gd name="connsiteX1" fmla="*/ 396258 w 1241871"/>
                <a:gd name="connsiteY1" fmla="*/ 586 h 1388822"/>
                <a:gd name="connsiteX2" fmla="*/ 482002 w 1241871"/>
                <a:gd name="connsiteY2" fmla="*/ 0 h 1388822"/>
                <a:gd name="connsiteX3" fmla="*/ 1241871 w 1241871"/>
                <a:gd name="connsiteY3" fmla="*/ 1323912 h 1388822"/>
                <a:gd name="connsiteX4" fmla="*/ 1205142 w 1241871"/>
                <a:gd name="connsiteY4" fmla="*/ 1388822 h 1388822"/>
                <a:gd name="connsiteX5" fmla="*/ 396258 w 1241871"/>
                <a:gd name="connsiteY5" fmla="*/ 1388822 h 1388822"/>
                <a:gd name="connsiteX6" fmla="*/ 0 w 1241871"/>
                <a:gd name="connsiteY6" fmla="*/ 694704 h 13888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41871" h="1388822">
                  <a:moveTo>
                    <a:pt x="0" y="694704"/>
                  </a:moveTo>
                  <a:lnTo>
                    <a:pt x="396258" y="586"/>
                  </a:lnTo>
                  <a:lnTo>
                    <a:pt x="482002" y="0"/>
                  </a:lnTo>
                  <a:lnTo>
                    <a:pt x="1241871" y="1323912"/>
                  </a:lnTo>
                  <a:lnTo>
                    <a:pt x="1205142" y="1388822"/>
                  </a:lnTo>
                  <a:lnTo>
                    <a:pt x="396258" y="1388822"/>
                  </a:lnTo>
                  <a:lnTo>
                    <a:pt x="0" y="694704"/>
                  </a:lnTo>
                  <a:close/>
                </a:path>
              </a:pathLst>
            </a:cu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94" name="Rectangle 93"/>
          <p:cNvSpPr/>
          <p:nvPr/>
        </p:nvSpPr>
        <p:spPr>
          <a:xfrm>
            <a:off x="4561242" y="-21511"/>
            <a:ext cx="3679116" cy="6271840"/>
          </a:xfrm>
          <a:prstGeom prst="rect">
            <a:avLst/>
          </a:prstGeom>
          <a:solidFill>
            <a:srgbClr val="F5F5F5"/>
          </a:solidFill>
          <a:ln>
            <a:solidFill>
              <a:schemeClr val="bg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1" name="Rectangle 100"/>
          <p:cNvSpPr/>
          <p:nvPr/>
        </p:nvSpPr>
        <p:spPr>
          <a:xfrm>
            <a:off x="4649096" y="-21510"/>
            <a:ext cx="3505200" cy="62393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2" name="Rectangle 101"/>
          <p:cNvSpPr/>
          <p:nvPr/>
        </p:nvSpPr>
        <p:spPr>
          <a:xfrm>
            <a:off x="905571" y="601883"/>
            <a:ext cx="3562257" cy="5648445"/>
          </a:xfrm>
          <a:prstGeom prst="rect">
            <a:avLst/>
          </a:prstGeom>
          <a:solidFill>
            <a:srgbClr val="FFFFFF"/>
          </a:solidFill>
          <a:ln w="3175">
            <a:solidFill>
              <a:schemeClr val="tx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5" name="Rectangle 104"/>
          <p:cNvSpPr/>
          <p:nvPr/>
        </p:nvSpPr>
        <p:spPr>
          <a:xfrm>
            <a:off x="4650889" y="6088284"/>
            <a:ext cx="3505200" cy="8174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4734424" y="2660904"/>
            <a:ext cx="3300984" cy="1463040"/>
          </a:xfrm>
        </p:spPr>
        <p:txBody>
          <a:bodyPr anchor="b">
            <a:normAutofit/>
          </a:bodyPr>
          <a:lstStyle>
            <a:lvl1pPr algn="l">
              <a:defRPr sz="2800" b="0"/>
            </a:lvl1pPr>
          </a:lstStyle>
          <a:p>
            <a:r>
              <a:rPr lang="en-US" smtClean="0"/>
              <a:t>Click to edit Master title style</a:t>
            </a:r>
            <a:endParaRPr lang="en-US"/>
          </a:p>
        </p:txBody>
      </p:sp>
      <p:sp>
        <p:nvSpPr>
          <p:cNvPr id="3" name="Picture Placeholder 2"/>
          <p:cNvSpPr>
            <a:spLocks noGrp="1"/>
          </p:cNvSpPr>
          <p:nvPr>
            <p:ph type="pic" idx="1"/>
          </p:nvPr>
        </p:nvSpPr>
        <p:spPr>
          <a:xfrm>
            <a:off x="1005208" y="693795"/>
            <a:ext cx="3359623" cy="5468112"/>
          </a:xfrm>
        </p:spPr>
        <p:txBody>
          <a:bodyPr/>
          <a:lstStyle>
            <a:lvl1pPr marL="0" indent="0">
              <a:buNone/>
              <a:defRPr sz="3200">
                <a:solidFill>
                  <a:schemeClr val="accent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en-US" dirty="0"/>
          </a:p>
        </p:txBody>
      </p:sp>
      <p:sp>
        <p:nvSpPr>
          <p:cNvPr id="4" name="Text Placeholder 3"/>
          <p:cNvSpPr>
            <a:spLocks noGrp="1"/>
          </p:cNvSpPr>
          <p:nvPr>
            <p:ph type="body" sz="half" idx="2"/>
          </p:nvPr>
        </p:nvSpPr>
        <p:spPr>
          <a:xfrm>
            <a:off x="4734630" y="4133088"/>
            <a:ext cx="3300573" cy="1519561"/>
          </a:xfrm>
        </p:spPr>
        <p:txBody>
          <a:bodyPr>
            <a:normAutofit/>
          </a:bodyPr>
          <a:lstStyle>
            <a:lvl1pPr marL="0" indent="0">
              <a:buNone/>
              <a:defRPr sz="1600">
                <a:solidFill>
                  <a:srgbClr val="424242"/>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0C76BAE5-F616-4149-AADA-55702337AFBA}" type="datetimeFigureOut">
              <a:rPr lang="en-US" smtClean="0"/>
              <a:t>5/7/14</a:t>
            </a:fld>
            <a:endParaRPr lang="en-US"/>
          </a:p>
        </p:txBody>
      </p:sp>
      <p:sp>
        <p:nvSpPr>
          <p:cNvPr id="6" name="Footer Placeholder 5"/>
          <p:cNvSpPr>
            <a:spLocks noGrp="1"/>
          </p:cNvSpPr>
          <p:nvPr>
            <p:ph type="ftr" sz="quarter" idx="11"/>
          </p:nvPr>
        </p:nvSpPr>
        <p:spPr>
          <a:xfrm>
            <a:off x="4641448" y="5724835"/>
            <a:ext cx="3493664" cy="365125"/>
          </a:xfrm>
        </p:spPr>
        <p:txBody>
          <a:bodyPr>
            <a:normAutofit/>
          </a:bodyPr>
          <a:lstStyle/>
          <a:p>
            <a:endParaRPr lang="en-US"/>
          </a:p>
        </p:txBody>
      </p:sp>
      <p:sp>
        <p:nvSpPr>
          <p:cNvPr id="7" name="Slide Number Placeholder 6"/>
          <p:cNvSpPr>
            <a:spLocks noGrp="1"/>
          </p:cNvSpPr>
          <p:nvPr>
            <p:ph type="sldNum" sz="quarter" idx="12"/>
          </p:nvPr>
        </p:nvSpPr>
        <p:spPr/>
        <p:txBody>
          <a:bodyPr/>
          <a:lstStyle/>
          <a:p>
            <a:fld id="{AFBF6EB6-F296-4398-807F-21A0180D7CA1}" type="slidenum">
              <a:rPr lang="en-US" smtClean="0"/>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0C76BAE5-F616-4149-AADA-55702337AFBA}" type="datetimeFigureOut">
              <a:rPr lang="en-US" smtClean="0"/>
              <a:t>5/7/14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FBF6EB6-F296-4398-807F-21A0180D7CA1}" type="slidenum">
              <a:rPr lang="en-US" smtClean="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1030147"/>
            <a:ext cx="1484453" cy="4780344"/>
          </a:xfrm>
        </p:spPr>
        <p:txBody>
          <a:bodyPr vert="eaVert" anchor="ctr"/>
          <a:lstStyle/>
          <a:p>
            <a:r>
              <a:rPr lang="en-US" smtClean="0"/>
              <a:t>Click to edit Master title style</a:t>
            </a:r>
            <a:endParaRPr lang="en-US"/>
          </a:p>
        </p:txBody>
      </p:sp>
      <p:sp>
        <p:nvSpPr>
          <p:cNvPr id="3" name="Vertical Text Placeholder 2"/>
          <p:cNvSpPr>
            <a:spLocks noGrp="1"/>
          </p:cNvSpPr>
          <p:nvPr>
            <p:ph type="body" orient="vert" idx="1"/>
          </p:nvPr>
        </p:nvSpPr>
        <p:spPr>
          <a:xfrm>
            <a:off x="1053296" y="1030147"/>
            <a:ext cx="5423704" cy="4780344"/>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0C76BAE5-F616-4149-AADA-55702337AFBA}" type="datetimeFigureOut">
              <a:rPr lang="en-US" smtClean="0"/>
              <a:t>5/7/14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FBF6EB6-F296-4398-807F-21A0180D7CA1}"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2" Type="http://schemas.openxmlformats.org/officeDocument/2006/relationships/theme" Target="../theme/theme1.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2">
        <a:schemeClr val="bg2"/>
      </p:bgRef>
    </p:bg>
    <p:spTree>
      <p:nvGrpSpPr>
        <p:cNvPr id="1" name=""/>
        <p:cNvGrpSpPr/>
        <p:nvPr/>
      </p:nvGrpSpPr>
      <p:grpSpPr>
        <a:xfrm>
          <a:off x="0" y="0"/>
          <a:ext cx="0" cy="0"/>
          <a:chOff x="0" y="0"/>
          <a:chExt cx="0" cy="0"/>
        </a:xfrm>
      </p:grpSpPr>
      <p:grpSp>
        <p:nvGrpSpPr>
          <p:cNvPr id="42" name="Group 41"/>
          <p:cNvGrpSpPr/>
          <p:nvPr/>
        </p:nvGrpSpPr>
        <p:grpSpPr>
          <a:xfrm>
            <a:off x="-304800" y="0"/>
            <a:ext cx="9932332" cy="6858000"/>
            <a:chOff x="-382404" y="0"/>
            <a:chExt cx="9932332" cy="6858000"/>
          </a:xfrm>
        </p:grpSpPr>
        <p:grpSp>
          <p:nvGrpSpPr>
            <p:cNvPr id="43" name="Group 44"/>
            <p:cNvGrpSpPr/>
            <p:nvPr/>
          </p:nvGrpSpPr>
          <p:grpSpPr>
            <a:xfrm>
              <a:off x="0" y="0"/>
              <a:ext cx="9144000" cy="6858000"/>
              <a:chOff x="0" y="0"/>
              <a:chExt cx="9144000" cy="6858000"/>
            </a:xfrm>
          </p:grpSpPr>
          <p:grpSp>
            <p:nvGrpSpPr>
              <p:cNvPr id="101" name="Group 4"/>
              <p:cNvGrpSpPr/>
              <p:nvPr/>
            </p:nvGrpSpPr>
            <p:grpSpPr>
              <a:xfrm>
                <a:off x="0" y="0"/>
                <a:ext cx="2514600" cy="6858000"/>
                <a:chOff x="0" y="0"/>
                <a:chExt cx="2514600" cy="6858000"/>
              </a:xfrm>
            </p:grpSpPr>
            <p:sp>
              <p:nvSpPr>
                <p:cNvPr id="113" name="Rectangle 112"/>
                <p:cNvSpPr/>
                <p:nvPr/>
              </p:nvSpPr>
              <p:spPr>
                <a:xfrm>
                  <a:off x="914400" y="0"/>
                  <a:ext cx="1600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4" name="Rectangle 2"/>
                <p:cNvSpPr/>
                <p:nvPr/>
              </p:nvSpPr>
              <p:spPr>
                <a:xfrm>
                  <a:off x="0" y="0"/>
                  <a:ext cx="457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5" name="Rectangle 3"/>
                <p:cNvSpPr/>
                <p:nvPr/>
              </p:nvSpPr>
              <p:spPr>
                <a:xfrm>
                  <a:off x="228600" y="0"/>
                  <a:ext cx="7620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02" name="Group 5"/>
              <p:cNvGrpSpPr/>
              <p:nvPr/>
            </p:nvGrpSpPr>
            <p:grpSpPr>
              <a:xfrm>
                <a:off x="422910" y="0"/>
                <a:ext cx="2514600" cy="6858000"/>
                <a:chOff x="0" y="0"/>
                <a:chExt cx="2514600" cy="6858000"/>
              </a:xfrm>
            </p:grpSpPr>
            <p:sp>
              <p:nvSpPr>
                <p:cNvPr id="110" name="Rectangle 109"/>
                <p:cNvSpPr/>
                <p:nvPr/>
              </p:nvSpPr>
              <p:spPr>
                <a:xfrm>
                  <a:off x="914400" y="0"/>
                  <a:ext cx="1600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1" name="Rectangle 110"/>
                <p:cNvSpPr/>
                <p:nvPr/>
              </p:nvSpPr>
              <p:spPr>
                <a:xfrm>
                  <a:off x="0" y="0"/>
                  <a:ext cx="457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2" name="Rectangle 111"/>
                <p:cNvSpPr/>
                <p:nvPr/>
              </p:nvSpPr>
              <p:spPr>
                <a:xfrm>
                  <a:off x="228600" y="0"/>
                  <a:ext cx="7620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03" name="Group 9"/>
              <p:cNvGrpSpPr/>
              <p:nvPr/>
            </p:nvGrpSpPr>
            <p:grpSpPr>
              <a:xfrm rot="10800000">
                <a:off x="6629400" y="0"/>
                <a:ext cx="2514600" cy="6858000"/>
                <a:chOff x="0" y="0"/>
                <a:chExt cx="2514600" cy="6858000"/>
              </a:xfrm>
            </p:grpSpPr>
            <p:sp>
              <p:nvSpPr>
                <p:cNvPr id="107" name="Rectangle 106"/>
                <p:cNvSpPr/>
                <p:nvPr/>
              </p:nvSpPr>
              <p:spPr>
                <a:xfrm>
                  <a:off x="914400" y="0"/>
                  <a:ext cx="1600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8" name="Rectangle 107"/>
                <p:cNvSpPr/>
                <p:nvPr/>
              </p:nvSpPr>
              <p:spPr>
                <a:xfrm>
                  <a:off x="0" y="0"/>
                  <a:ext cx="457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9" name="Rectangle 108"/>
                <p:cNvSpPr/>
                <p:nvPr/>
              </p:nvSpPr>
              <p:spPr>
                <a:xfrm>
                  <a:off x="228600" y="0"/>
                  <a:ext cx="7620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04" name="Rectangle 103"/>
              <p:cNvSpPr/>
              <p:nvPr/>
            </p:nvSpPr>
            <p:spPr>
              <a:xfrm>
                <a:off x="3810000" y="0"/>
                <a:ext cx="28194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5" name="Rectangle 104"/>
              <p:cNvSpPr/>
              <p:nvPr/>
            </p:nvSpPr>
            <p:spPr>
              <a:xfrm>
                <a:off x="2895600" y="0"/>
                <a:ext cx="457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6" name="Rectangle 105"/>
              <p:cNvSpPr/>
              <p:nvPr/>
            </p:nvSpPr>
            <p:spPr>
              <a:xfrm>
                <a:off x="3124200" y="0"/>
                <a:ext cx="7620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44" name="Freeform 43"/>
            <p:cNvSpPr/>
            <p:nvPr/>
          </p:nvSpPr>
          <p:spPr>
            <a:xfrm>
              <a:off x="-11875" y="5035138"/>
              <a:ext cx="9144000" cy="1175655"/>
            </a:xfrm>
            <a:custGeom>
              <a:avLst/>
              <a:gdLst>
                <a:gd name="connsiteX0" fmla="*/ 0 w 9144000"/>
                <a:gd name="connsiteY0" fmla="*/ 1116280 h 1175656"/>
                <a:gd name="connsiteX1" fmla="*/ 1674420 w 9144000"/>
                <a:gd name="connsiteY1" fmla="*/ 1163781 h 1175656"/>
                <a:gd name="connsiteX2" fmla="*/ 4120737 w 9144000"/>
                <a:gd name="connsiteY2" fmla="*/ 1045028 h 1175656"/>
                <a:gd name="connsiteX3" fmla="*/ 7172696 w 9144000"/>
                <a:gd name="connsiteY3" fmla="*/ 605641 h 1175656"/>
                <a:gd name="connsiteX4" fmla="*/ 9144000 w 9144000"/>
                <a:gd name="connsiteY4" fmla="*/ 0 h 1175656"/>
                <a:gd name="connsiteX0" fmla="*/ 0 w 9144000"/>
                <a:gd name="connsiteY0" fmla="*/ 1270659 h 1330035"/>
                <a:gd name="connsiteX1" fmla="*/ 1674420 w 9144000"/>
                <a:gd name="connsiteY1" fmla="*/ 1318160 h 1330035"/>
                <a:gd name="connsiteX2" fmla="*/ 4120737 w 9144000"/>
                <a:gd name="connsiteY2" fmla="*/ 1199407 h 1330035"/>
                <a:gd name="connsiteX3" fmla="*/ 7172696 w 9144000"/>
                <a:gd name="connsiteY3" fmla="*/ 760020 h 1330035"/>
                <a:gd name="connsiteX4" fmla="*/ 9144000 w 9144000"/>
                <a:gd name="connsiteY4" fmla="*/ 0 h 1330035"/>
                <a:gd name="connsiteX0" fmla="*/ 0 w 9144000"/>
                <a:gd name="connsiteY0" fmla="*/ 1270659 h 1330035"/>
                <a:gd name="connsiteX1" fmla="*/ 1674420 w 9144000"/>
                <a:gd name="connsiteY1" fmla="*/ 1318160 h 1330035"/>
                <a:gd name="connsiteX2" fmla="*/ 4120737 w 9144000"/>
                <a:gd name="connsiteY2" fmla="*/ 1199407 h 1330035"/>
                <a:gd name="connsiteX3" fmla="*/ 7172696 w 9144000"/>
                <a:gd name="connsiteY3" fmla="*/ 760020 h 1330035"/>
                <a:gd name="connsiteX4" fmla="*/ 9144000 w 9144000"/>
                <a:gd name="connsiteY4" fmla="*/ 0 h 1330035"/>
                <a:gd name="connsiteX0" fmla="*/ 0 w 9144000"/>
                <a:gd name="connsiteY0" fmla="*/ 1270659 h 1330035"/>
                <a:gd name="connsiteX1" fmla="*/ 1674420 w 9144000"/>
                <a:gd name="connsiteY1" fmla="*/ 1318160 h 1330035"/>
                <a:gd name="connsiteX2" fmla="*/ 4120737 w 9144000"/>
                <a:gd name="connsiteY2" fmla="*/ 1199407 h 1330035"/>
                <a:gd name="connsiteX3" fmla="*/ 7172696 w 9144000"/>
                <a:gd name="connsiteY3" fmla="*/ 760020 h 1330035"/>
                <a:gd name="connsiteX4" fmla="*/ 9144000 w 9144000"/>
                <a:gd name="connsiteY4" fmla="*/ 0 h 1330035"/>
                <a:gd name="connsiteX0" fmla="*/ 0 w 9144000"/>
                <a:gd name="connsiteY0" fmla="*/ 1116279 h 1175655"/>
                <a:gd name="connsiteX1" fmla="*/ 1674420 w 9144000"/>
                <a:gd name="connsiteY1" fmla="*/ 1163780 h 1175655"/>
                <a:gd name="connsiteX2" fmla="*/ 4120737 w 9144000"/>
                <a:gd name="connsiteY2" fmla="*/ 1045027 h 1175655"/>
                <a:gd name="connsiteX3" fmla="*/ 7172696 w 9144000"/>
                <a:gd name="connsiteY3" fmla="*/ 605640 h 1175655"/>
                <a:gd name="connsiteX4" fmla="*/ 9144000 w 9144000"/>
                <a:gd name="connsiteY4" fmla="*/ 0 h 117565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44000" h="1175655">
                  <a:moveTo>
                    <a:pt x="0" y="1116279"/>
                  </a:moveTo>
                  <a:cubicBezTo>
                    <a:pt x="493815" y="1145967"/>
                    <a:pt x="987631" y="1175655"/>
                    <a:pt x="1674420" y="1163780"/>
                  </a:cubicBezTo>
                  <a:cubicBezTo>
                    <a:pt x="2361209" y="1151905"/>
                    <a:pt x="3204358" y="1138050"/>
                    <a:pt x="4120737" y="1045027"/>
                  </a:cubicBezTo>
                  <a:cubicBezTo>
                    <a:pt x="5037116" y="952004"/>
                    <a:pt x="6335486" y="779811"/>
                    <a:pt x="7172696" y="605640"/>
                  </a:cubicBezTo>
                  <a:cubicBezTo>
                    <a:pt x="8009907" y="431469"/>
                    <a:pt x="8866910" y="154379"/>
                    <a:pt x="9144000" y="0"/>
                  </a:cubicBezTo>
                </a:path>
              </a:pathLst>
            </a:custGeom>
            <a:ln w="6350">
              <a:solidFill>
                <a:schemeClr val="bg1">
                  <a:alpha val="2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45" name="Freeform 44"/>
            <p:cNvSpPr/>
            <p:nvPr/>
          </p:nvSpPr>
          <p:spPr>
            <a:xfrm>
              <a:off x="-11875" y="3467595"/>
              <a:ext cx="9144000" cy="890650"/>
            </a:xfrm>
            <a:custGeom>
              <a:avLst/>
              <a:gdLst>
                <a:gd name="connsiteX0" fmla="*/ 0 w 9144000"/>
                <a:gd name="connsiteY0" fmla="*/ 890650 h 890650"/>
                <a:gd name="connsiteX1" fmla="*/ 1045028 w 9144000"/>
                <a:gd name="connsiteY1" fmla="*/ 475013 h 890650"/>
                <a:gd name="connsiteX2" fmla="*/ 3111335 w 9144000"/>
                <a:gd name="connsiteY2" fmla="*/ 71252 h 890650"/>
                <a:gd name="connsiteX3" fmla="*/ 5913911 w 9144000"/>
                <a:gd name="connsiteY3" fmla="*/ 71252 h 890650"/>
                <a:gd name="connsiteX4" fmla="*/ 9144000 w 9144000"/>
                <a:gd name="connsiteY4" fmla="*/ 498764 h 8906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44000" h="890650">
                  <a:moveTo>
                    <a:pt x="0" y="890650"/>
                  </a:moveTo>
                  <a:cubicBezTo>
                    <a:pt x="263236" y="751114"/>
                    <a:pt x="526472" y="611579"/>
                    <a:pt x="1045028" y="475013"/>
                  </a:cubicBezTo>
                  <a:cubicBezTo>
                    <a:pt x="1563584" y="338447"/>
                    <a:pt x="2299855" y="138545"/>
                    <a:pt x="3111335" y="71252"/>
                  </a:cubicBezTo>
                  <a:cubicBezTo>
                    <a:pt x="3922815" y="3959"/>
                    <a:pt x="4908467" y="0"/>
                    <a:pt x="5913911" y="71252"/>
                  </a:cubicBezTo>
                  <a:cubicBezTo>
                    <a:pt x="6919355" y="142504"/>
                    <a:pt x="8595756" y="427512"/>
                    <a:pt x="9144000" y="498764"/>
                  </a:cubicBezTo>
                </a:path>
              </a:pathLst>
            </a:custGeom>
            <a:ln w="6350">
              <a:solidFill>
                <a:schemeClr val="bg1">
                  <a:alpha val="2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46" name="Freeform 45"/>
            <p:cNvSpPr/>
            <p:nvPr/>
          </p:nvSpPr>
          <p:spPr>
            <a:xfrm>
              <a:off x="-23751" y="5640779"/>
              <a:ext cx="3004457" cy="1211283"/>
            </a:xfrm>
            <a:custGeom>
              <a:avLst/>
              <a:gdLst>
                <a:gd name="connsiteX0" fmla="*/ 0 w 3004457"/>
                <a:gd name="connsiteY0" fmla="*/ 0 h 1211283"/>
                <a:gd name="connsiteX1" fmla="*/ 3004457 w 3004457"/>
                <a:gd name="connsiteY1" fmla="*/ 1211283 h 1211283"/>
              </a:gdLst>
              <a:ahLst/>
              <a:cxnLst>
                <a:cxn ang="0">
                  <a:pos x="connsiteX0" y="connsiteY0"/>
                </a:cxn>
                <a:cxn ang="0">
                  <a:pos x="connsiteX1" y="connsiteY1"/>
                </a:cxn>
              </a:cxnLst>
              <a:rect l="l" t="t" r="r" b="b"/>
              <a:pathLst>
                <a:path w="3004457" h="1211283">
                  <a:moveTo>
                    <a:pt x="0" y="0"/>
                  </a:moveTo>
                  <a:cubicBezTo>
                    <a:pt x="1103415" y="501732"/>
                    <a:pt x="2206831" y="1003465"/>
                    <a:pt x="3004457" y="1211283"/>
                  </a:cubicBezTo>
                </a:path>
              </a:pathLst>
            </a:custGeom>
            <a:ln w="6350">
              <a:solidFill>
                <a:schemeClr val="bg1">
                  <a:alpha val="2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47" name="Freeform 46"/>
            <p:cNvSpPr/>
            <p:nvPr/>
          </p:nvSpPr>
          <p:spPr>
            <a:xfrm>
              <a:off x="-11875" y="5284519"/>
              <a:ext cx="9144000" cy="1478478"/>
            </a:xfrm>
            <a:custGeom>
              <a:avLst/>
              <a:gdLst>
                <a:gd name="connsiteX0" fmla="*/ 0 w 9144000"/>
                <a:gd name="connsiteY0" fmla="*/ 0 h 1478478"/>
                <a:gd name="connsiteX1" fmla="*/ 1104405 w 9144000"/>
                <a:gd name="connsiteY1" fmla="*/ 344385 h 1478478"/>
                <a:gd name="connsiteX2" fmla="*/ 3194462 w 9144000"/>
                <a:gd name="connsiteY2" fmla="*/ 866899 h 1478478"/>
                <a:gd name="connsiteX3" fmla="*/ 5676405 w 9144000"/>
                <a:gd name="connsiteY3" fmla="*/ 1282536 h 1478478"/>
                <a:gd name="connsiteX4" fmla="*/ 7730836 w 9144000"/>
                <a:gd name="connsiteY4" fmla="*/ 1448790 h 1478478"/>
                <a:gd name="connsiteX5" fmla="*/ 8573984 w 9144000"/>
                <a:gd name="connsiteY5" fmla="*/ 1460665 h 1478478"/>
                <a:gd name="connsiteX6" fmla="*/ 9144000 w 9144000"/>
                <a:gd name="connsiteY6" fmla="*/ 1425039 h 14784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144000" h="1478478">
                  <a:moveTo>
                    <a:pt x="0" y="0"/>
                  </a:moveTo>
                  <a:cubicBezTo>
                    <a:pt x="285997" y="99951"/>
                    <a:pt x="571995" y="199902"/>
                    <a:pt x="1104405" y="344385"/>
                  </a:cubicBezTo>
                  <a:cubicBezTo>
                    <a:pt x="1636815" y="488868"/>
                    <a:pt x="2432462" y="710541"/>
                    <a:pt x="3194462" y="866899"/>
                  </a:cubicBezTo>
                  <a:cubicBezTo>
                    <a:pt x="3956462" y="1023258"/>
                    <a:pt x="4920343" y="1185554"/>
                    <a:pt x="5676405" y="1282536"/>
                  </a:cubicBezTo>
                  <a:cubicBezTo>
                    <a:pt x="6432467" y="1379518"/>
                    <a:pt x="7247906" y="1419102"/>
                    <a:pt x="7730836" y="1448790"/>
                  </a:cubicBezTo>
                  <a:cubicBezTo>
                    <a:pt x="8213766" y="1478478"/>
                    <a:pt x="8338457" y="1464623"/>
                    <a:pt x="8573984" y="1460665"/>
                  </a:cubicBezTo>
                  <a:cubicBezTo>
                    <a:pt x="8809511" y="1456707"/>
                    <a:pt x="8976755" y="1440873"/>
                    <a:pt x="9144000" y="1425039"/>
                  </a:cubicBezTo>
                </a:path>
              </a:pathLst>
            </a:custGeom>
            <a:ln w="6350">
              <a:solidFill>
                <a:schemeClr val="bg1">
                  <a:alpha val="2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49" name="Freeform 48"/>
            <p:cNvSpPr/>
            <p:nvPr/>
          </p:nvSpPr>
          <p:spPr>
            <a:xfrm>
              <a:off x="2137558" y="5132120"/>
              <a:ext cx="6982691" cy="1719942"/>
            </a:xfrm>
            <a:custGeom>
              <a:avLst/>
              <a:gdLst>
                <a:gd name="connsiteX0" fmla="*/ 0 w 6982691"/>
                <a:gd name="connsiteY0" fmla="*/ 1719942 h 1719942"/>
                <a:gd name="connsiteX1" fmla="*/ 546265 w 6982691"/>
                <a:gd name="connsiteY1" fmla="*/ 1185553 h 1719942"/>
                <a:gd name="connsiteX2" fmla="*/ 1330037 w 6982691"/>
                <a:gd name="connsiteY2" fmla="*/ 710540 h 1719942"/>
                <a:gd name="connsiteX3" fmla="*/ 2078182 w 6982691"/>
                <a:gd name="connsiteY3" fmla="*/ 437407 h 1719942"/>
                <a:gd name="connsiteX4" fmla="*/ 3348842 w 6982691"/>
                <a:gd name="connsiteY4" fmla="*/ 152399 h 1719942"/>
                <a:gd name="connsiteX5" fmla="*/ 4001985 w 6982691"/>
                <a:gd name="connsiteY5" fmla="*/ 69272 h 1719942"/>
                <a:gd name="connsiteX6" fmla="*/ 5047013 w 6982691"/>
                <a:gd name="connsiteY6" fmla="*/ 9896 h 1719942"/>
                <a:gd name="connsiteX7" fmla="*/ 5890161 w 6982691"/>
                <a:gd name="connsiteY7" fmla="*/ 9896 h 1719942"/>
                <a:gd name="connsiteX8" fmla="*/ 6495803 w 6982691"/>
                <a:gd name="connsiteY8" fmla="*/ 9896 h 1719942"/>
                <a:gd name="connsiteX9" fmla="*/ 6899564 w 6982691"/>
                <a:gd name="connsiteY9" fmla="*/ 33646 h 1719942"/>
                <a:gd name="connsiteX10" fmla="*/ 6982691 w 6982691"/>
                <a:gd name="connsiteY10" fmla="*/ 45522 h 17199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6982691" h="1719942">
                  <a:moveTo>
                    <a:pt x="0" y="1719942"/>
                  </a:moveTo>
                  <a:cubicBezTo>
                    <a:pt x="162296" y="1536864"/>
                    <a:pt x="324592" y="1353787"/>
                    <a:pt x="546265" y="1185553"/>
                  </a:cubicBezTo>
                  <a:cubicBezTo>
                    <a:pt x="767938" y="1017319"/>
                    <a:pt x="1074718" y="835231"/>
                    <a:pt x="1330037" y="710540"/>
                  </a:cubicBezTo>
                  <a:cubicBezTo>
                    <a:pt x="1585356" y="585849"/>
                    <a:pt x="1741715" y="530430"/>
                    <a:pt x="2078182" y="437407"/>
                  </a:cubicBezTo>
                  <a:cubicBezTo>
                    <a:pt x="2414649" y="344384"/>
                    <a:pt x="3028208" y="213755"/>
                    <a:pt x="3348842" y="152399"/>
                  </a:cubicBezTo>
                  <a:cubicBezTo>
                    <a:pt x="3669476" y="91043"/>
                    <a:pt x="3718957" y="93022"/>
                    <a:pt x="4001985" y="69272"/>
                  </a:cubicBezTo>
                  <a:cubicBezTo>
                    <a:pt x="4285013" y="45522"/>
                    <a:pt x="4732317" y="19792"/>
                    <a:pt x="5047013" y="9896"/>
                  </a:cubicBezTo>
                  <a:cubicBezTo>
                    <a:pt x="5361709" y="0"/>
                    <a:pt x="5890161" y="9896"/>
                    <a:pt x="5890161" y="9896"/>
                  </a:cubicBezTo>
                  <a:lnTo>
                    <a:pt x="6495803" y="9896"/>
                  </a:lnTo>
                  <a:cubicBezTo>
                    <a:pt x="6664037" y="13854"/>
                    <a:pt x="6818416" y="27708"/>
                    <a:pt x="6899564" y="33646"/>
                  </a:cubicBezTo>
                  <a:cubicBezTo>
                    <a:pt x="6980712" y="39584"/>
                    <a:pt x="6953003" y="37605"/>
                    <a:pt x="6982691" y="45522"/>
                  </a:cubicBezTo>
                </a:path>
              </a:pathLst>
            </a:custGeom>
            <a:ln w="6350">
              <a:solidFill>
                <a:schemeClr val="bg1">
                  <a:alpha val="2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50" name="Hexagon 49"/>
            <p:cNvSpPr/>
            <p:nvPr/>
          </p:nvSpPr>
          <p:spPr>
            <a:xfrm rot="1800000">
              <a:off x="2996165" y="2859252"/>
              <a:ext cx="1601400" cy="1388236"/>
            </a:xfrm>
            <a:prstGeom prst="hexagon">
              <a:avLst>
                <a:gd name="adj" fmla="val 28544"/>
                <a:gd name="vf" fmla="val 115470"/>
              </a:avLst>
            </a:prstGeom>
            <a:solidFill>
              <a:schemeClr val="bg1">
                <a:alpha val="1000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 name="Hexagon 50"/>
            <p:cNvSpPr/>
            <p:nvPr/>
          </p:nvSpPr>
          <p:spPr>
            <a:xfrm rot="1800000">
              <a:off x="3720065" y="4126078"/>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 name="Hexagon 51"/>
            <p:cNvSpPr/>
            <p:nvPr/>
          </p:nvSpPr>
          <p:spPr>
            <a:xfrm rot="1800000">
              <a:off x="3729591" y="1592427"/>
              <a:ext cx="1601400" cy="1388236"/>
            </a:xfrm>
            <a:prstGeom prst="hexagon">
              <a:avLst>
                <a:gd name="adj" fmla="val 28544"/>
                <a:gd name="vf" fmla="val 115470"/>
              </a:avLst>
            </a:prstGeom>
            <a:solidFill>
              <a:schemeClr val="bg1">
                <a:alpha val="7000"/>
              </a:schemeClr>
            </a:solidFill>
            <a:ln w="12700">
              <a:solidFill>
                <a:schemeClr val="bg1">
                  <a:alpha val="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 name="Hexagon 52"/>
            <p:cNvSpPr/>
            <p:nvPr/>
          </p:nvSpPr>
          <p:spPr>
            <a:xfrm rot="1800000">
              <a:off x="2977115" y="325603"/>
              <a:ext cx="1601400" cy="1388236"/>
            </a:xfrm>
            <a:prstGeom prst="hexagon">
              <a:avLst>
                <a:gd name="adj" fmla="val 28544"/>
                <a:gd name="vf" fmla="val 115470"/>
              </a:avLst>
            </a:prstGeom>
            <a:solidFill>
              <a:schemeClr val="bg1">
                <a:alpha val="4000"/>
              </a:schemeClr>
            </a:solidFill>
            <a:ln w="12700">
              <a:solidFill>
                <a:schemeClr val="bg1">
                  <a:alpha val="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4" name="Hexagon 53"/>
            <p:cNvSpPr/>
            <p:nvPr/>
          </p:nvSpPr>
          <p:spPr>
            <a:xfrm rot="1800000">
              <a:off x="4463014" y="5383378"/>
              <a:ext cx="1601400" cy="1388236"/>
            </a:xfrm>
            <a:prstGeom prst="hexagon">
              <a:avLst>
                <a:gd name="adj" fmla="val 28544"/>
                <a:gd name="vf" fmla="val 115470"/>
              </a:avLst>
            </a:prstGeom>
            <a:solidFill>
              <a:schemeClr val="bg1">
                <a:alpha val="600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5" name="Freeform 54"/>
            <p:cNvSpPr/>
            <p:nvPr/>
          </p:nvSpPr>
          <p:spPr>
            <a:xfrm rot="1800000">
              <a:off x="-382404" y="4201528"/>
              <a:ext cx="1261499" cy="1388236"/>
            </a:xfrm>
            <a:custGeom>
              <a:avLst/>
              <a:gdLst>
                <a:gd name="connsiteX0" fmla="*/ 0 w 1601400"/>
                <a:gd name="connsiteY0" fmla="*/ 694118 h 1388236"/>
                <a:gd name="connsiteX1" fmla="*/ 396258 w 1601400"/>
                <a:gd name="connsiteY1" fmla="*/ 0 h 1388236"/>
                <a:gd name="connsiteX2" fmla="*/ 1205142 w 1601400"/>
                <a:gd name="connsiteY2" fmla="*/ 0 h 1388236"/>
                <a:gd name="connsiteX3" fmla="*/ 1601400 w 1601400"/>
                <a:gd name="connsiteY3" fmla="*/ 694118 h 1388236"/>
                <a:gd name="connsiteX4" fmla="*/ 1205142 w 1601400"/>
                <a:gd name="connsiteY4" fmla="*/ 1388236 h 1388236"/>
                <a:gd name="connsiteX5" fmla="*/ 396258 w 1601400"/>
                <a:gd name="connsiteY5" fmla="*/ 1388236 h 1388236"/>
                <a:gd name="connsiteX6" fmla="*/ 0 w 1601400"/>
                <a:gd name="connsiteY6" fmla="*/ 694118 h 1388236"/>
                <a:gd name="connsiteX0" fmla="*/ 0 w 1261499"/>
                <a:gd name="connsiteY0" fmla="*/ 105098 h 1388236"/>
                <a:gd name="connsiteX1" fmla="*/ 56357 w 1261499"/>
                <a:gd name="connsiteY1" fmla="*/ 0 h 1388236"/>
                <a:gd name="connsiteX2" fmla="*/ 865241 w 1261499"/>
                <a:gd name="connsiteY2" fmla="*/ 0 h 1388236"/>
                <a:gd name="connsiteX3" fmla="*/ 1261499 w 1261499"/>
                <a:gd name="connsiteY3" fmla="*/ 694118 h 1388236"/>
                <a:gd name="connsiteX4" fmla="*/ 865241 w 1261499"/>
                <a:gd name="connsiteY4" fmla="*/ 1388236 h 1388236"/>
                <a:gd name="connsiteX5" fmla="*/ 56357 w 1261499"/>
                <a:gd name="connsiteY5" fmla="*/ 1388236 h 1388236"/>
                <a:gd name="connsiteX6" fmla="*/ 0 w 1261499"/>
                <a:gd name="connsiteY6" fmla="*/ 105098 h 1388236"/>
                <a:gd name="connsiteX0" fmla="*/ 0 w 1261499"/>
                <a:gd name="connsiteY0" fmla="*/ 105098 h 1388236"/>
                <a:gd name="connsiteX1" fmla="*/ 56357 w 1261499"/>
                <a:gd name="connsiteY1" fmla="*/ 0 h 1388236"/>
                <a:gd name="connsiteX2" fmla="*/ 865241 w 1261499"/>
                <a:gd name="connsiteY2" fmla="*/ 0 h 1388236"/>
                <a:gd name="connsiteX3" fmla="*/ 1261499 w 1261499"/>
                <a:gd name="connsiteY3" fmla="*/ 694118 h 1388236"/>
                <a:gd name="connsiteX4" fmla="*/ 865241 w 1261499"/>
                <a:gd name="connsiteY4" fmla="*/ 1388236 h 1388236"/>
                <a:gd name="connsiteX5" fmla="*/ 744578 w 1261499"/>
                <a:gd name="connsiteY5" fmla="*/ 1387893 h 1388236"/>
                <a:gd name="connsiteX6" fmla="*/ 0 w 1261499"/>
                <a:gd name="connsiteY6" fmla="*/ 105098 h 1388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61499" h="1388236">
                  <a:moveTo>
                    <a:pt x="0" y="105098"/>
                  </a:moveTo>
                  <a:lnTo>
                    <a:pt x="56357" y="0"/>
                  </a:lnTo>
                  <a:lnTo>
                    <a:pt x="865241" y="0"/>
                  </a:lnTo>
                  <a:lnTo>
                    <a:pt x="1261499" y="694118"/>
                  </a:lnTo>
                  <a:lnTo>
                    <a:pt x="865241" y="1388236"/>
                  </a:lnTo>
                  <a:lnTo>
                    <a:pt x="744578" y="1387893"/>
                  </a:lnTo>
                  <a:lnTo>
                    <a:pt x="0" y="105098"/>
                  </a:lnTo>
                  <a:close/>
                </a:path>
              </a:pathLst>
            </a:custGeom>
            <a:solidFill>
              <a:schemeClr val="bg1">
                <a:alpha val="1000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6" name="Hexagon 55"/>
            <p:cNvSpPr/>
            <p:nvPr/>
          </p:nvSpPr>
          <p:spPr>
            <a:xfrm rot="1800000">
              <a:off x="24365" y="5402429"/>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7" name="Hexagon 56"/>
            <p:cNvSpPr/>
            <p:nvPr/>
          </p:nvSpPr>
          <p:spPr>
            <a:xfrm rot="1800000">
              <a:off x="52941" y="2849728"/>
              <a:ext cx="1601400" cy="1388236"/>
            </a:xfrm>
            <a:prstGeom prst="hexagon">
              <a:avLst>
                <a:gd name="adj" fmla="val 28544"/>
                <a:gd name="vf" fmla="val 115470"/>
              </a:avLst>
            </a:prstGeom>
            <a:solidFill>
              <a:schemeClr val="bg1">
                <a:alpha val="7000"/>
              </a:schemeClr>
            </a:solidFill>
            <a:ln w="12700">
              <a:solidFill>
                <a:schemeClr val="bg1">
                  <a:alpha val="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 name="Hexagon 57"/>
            <p:cNvSpPr/>
            <p:nvPr/>
          </p:nvSpPr>
          <p:spPr>
            <a:xfrm rot="1800000">
              <a:off x="776840" y="4126077"/>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9" name="Hexagon 58"/>
            <p:cNvSpPr/>
            <p:nvPr/>
          </p:nvSpPr>
          <p:spPr>
            <a:xfrm rot="1800000">
              <a:off x="1510265" y="5411953"/>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0" name="Hexagon 59"/>
            <p:cNvSpPr/>
            <p:nvPr/>
          </p:nvSpPr>
          <p:spPr>
            <a:xfrm rot="1800000">
              <a:off x="1529316" y="2859252"/>
              <a:ext cx="1601400" cy="1388236"/>
            </a:xfrm>
            <a:prstGeom prst="hexagon">
              <a:avLst>
                <a:gd name="adj" fmla="val 28544"/>
                <a:gd name="vf" fmla="val 115470"/>
              </a:avLst>
            </a:prstGeom>
            <a:solidFill>
              <a:schemeClr val="bg1">
                <a:alpha val="7000"/>
              </a:schemeClr>
            </a:solidFill>
            <a:ln w="12700">
              <a:solidFill>
                <a:schemeClr val="bg1">
                  <a:alpha val="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5" name="Hexagon 94"/>
            <p:cNvSpPr/>
            <p:nvPr/>
          </p:nvSpPr>
          <p:spPr>
            <a:xfrm rot="1800000">
              <a:off x="795890" y="1563853"/>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6" name="Hexagon 95"/>
            <p:cNvSpPr/>
            <p:nvPr/>
          </p:nvSpPr>
          <p:spPr>
            <a:xfrm rot="1800000">
              <a:off x="6806166" y="4145128"/>
              <a:ext cx="1601400" cy="1388236"/>
            </a:xfrm>
            <a:prstGeom prst="hexagon">
              <a:avLst>
                <a:gd name="adj" fmla="val 28544"/>
                <a:gd name="vf" fmla="val 115470"/>
              </a:avLst>
            </a:prstGeom>
            <a:solidFill>
              <a:schemeClr val="bg1">
                <a:alpha val="1000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7" name="Hexagon 96"/>
            <p:cNvSpPr/>
            <p:nvPr/>
          </p:nvSpPr>
          <p:spPr>
            <a:xfrm rot="1800000">
              <a:off x="7549116" y="5421479"/>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8" name="Hexagon 97"/>
            <p:cNvSpPr/>
            <p:nvPr/>
          </p:nvSpPr>
          <p:spPr>
            <a:xfrm rot="1800000">
              <a:off x="7549117" y="2868778"/>
              <a:ext cx="1601400" cy="1388236"/>
            </a:xfrm>
            <a:prstGeom prst="hexagon">
              <a:avLst>
                <a:gd name="adj" fmla="val 28544"/>
                <a:gd name="vf" fmla="val 115470"/>
              </a:avLst>
            </a:prstGeom>
            <a:solidFill>
              <a:schemeClr val="bg1">
                <a:alpha val="7000"/>
              </a:schemeClr>
            </a:solidFill>
            <a:ln w="12700">
              <a:solidFill>
                <a:schemeClr val="bg1">
                  <a:alpha val="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9" name="Freeform 98"/>
            <p:cNvSpPr/>
            <p:nvPr/>
          </p:nvSpPr>
          <p:spPr>
            <a:xfrm rot="1800000">
              <a:off x="8306521" y="4055629"/>
              <a:ext cx="1243407" cy="1388236"/>
            </a:xfrm>
            <a:custGeom>
              <a:avLst/>
              <a:gdLst>
                <a:gd name="connsiteX0" fmla="*/ 0 w 1601400"/>
                <a:gd name="connsiteY0" fmla="*/ 694118 h 1388236"/>
                <a:gd name="connsiteX1" fmla="*/ 396258 w 1601400"/>
                <a:gd name="connsiteY1" fmla="*/ 0 h 1388236"/>
                <a:gd name="connsiteX2" fmla="*/ 1205142 w 1601400"/>
                <a:gd name="connsiteY2" fmla="*/ 0 h 1388236"/>
                <a:gd name="connsiteX3" fmla="*/ 1601400 w 1601400"/>
                <a:gd name="connsiteY3" fmla="*/ 694118 h 1388236"/>
                <a:gd name="connsiteX4" fmla="*/ 1205142 w 1601400"/>
                <a:gd name="connsiteY4" fmla="*/ 1388236 h 1388236"/>
                <a:gd name="connsiteX5" fmla="*/ 396258 w 1601400"/>
                <a:gd name="connsiteY5" fmla="*/ 1388236 h 1388236"/>
                <a:gd name="connsiteX6" fmla="*/ 0 w 1601400"/>
                <a:gd name="connsiteY6" fmla="*/ 694118 h 1388236"/>
                <a:gd name="connsiteX0" fmla="*/ 0 w 1601400"/>
                <a:gd name="connsiteY0" fmla="*/ 694118 h 1388236"/>
                <a:gd name="connsiteX1" fmla="*/ 396258 w 1601400"/>
                <a:gd name="connsiteY1" fmla="*/ 0 h 1388236"/>
                <a:gd name="connsiteX2" fmla="*/ 474029 w 1601400"/>
                <a:gd name="connsiteY2" fmla="*/ 4016 h 1388236"/>
                <a:gd name="connsiteX3" fmla="*/ 1601400 w 1601400"/>
                <a:gd name="connsiteY3" fmla="*/ 694118 h 1388236"/>
                <a:gd name="connsiteX4" fmla="*/ 1205142 w 1601400"/>
                <a:gd name="connsiteY4" fmla="*/ 1388236 h 1388236"/>
                <a:gd name="connsiteX5" fmla="*/ 396258 w 1601400"/>
                <a:gd name="connsiteY5" fmla="*/ 1388236 h 1388236"/>
                <a:gd name="connsiteX6" fmla="*/ 0 w 1601400"/>
                <a:gd name="connsiteY6" fmla="*/ 694118 h 1388236"/>
                <a:gd name="connsiteX0" fmla="*/ 0 w 1243407"/>
                <a:gd name="connsiteY0" fmla="*/ 694118 h 1388236"/>
                <a:gd name="connsiteX1" fmla="*/ 396258 w 1243407"/>
                <a:gd name="connsiteY1" fmla="*/ 0 h 1388236"/>
                <a:gd name="connsiteX2" fmla="*/ 474029 w 1243407"/>
                <a:gd name="connsiteY2" fmla="*/ 4016 h 1388236"/>
                <a:gd name="connsiteX3" fmla="*/ 1243407 w 1243407"/>
                <a:gd name="connsiteY3" fmla="*/ 1325983 h 1388236"/>
                <a:gd name="connsiteX4" fmla="*/ 1205142 w 1243407"/>
                <a:gd name="connsiteY4" fmla="*/ 1388236 h 1388236"/>
                <a:gd name="connsiteX5" fmla="*/ 396258 w 1243407"/>
                <a:gd name="connsiteY5" fmla="*/ 1388236 h 1388236"/>
                <a:gd name="connsiteX6" fmla="*/ 0 w 1243407"/>
                <a:gd name="connsiteY6" fmla="*/ 694118 h 1388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43407" h="1388236">
                  <a:moveTo>
                    <a:pt x="0" y="694118"/>
                  </a:moveTo>
                  <a:lnTo>
                    <a:pt x="396258" y="0"/>
                  </a:lnTo>
                  <a:lnTo>
                    <a:pt x="474029" y="4016"/>
                  </a:lnTo>
                  <a:lnTo>
                    <a:pt x="1243407" y="1325983"/>
                  </a:lnTo>
                  <a:lnTo>
                    <a:pt x="1205142" y="1388236"/>
                  </a:lnTo>
                  <a:lnTo>
                    <a:pt x="396258" y="1388236"/>
                  </a:lnTo>
                  <a:lnTo>
                    <a:pt x="0" y="694118"/>
                  </a:lnTo>
                  <a:close/>
                </a:path>
              </a:pathLst>
            </a:custGeom>
            <a:solidFill>
              <a:schemeClr val="bg1">
                <a:alpha val="400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0" name="Freeform 99"/>
            <p:cNvSpPr/>
            <p:nvPr/>
          </p:nvSpPr>
          <p:spPr>
            <a:xfrm rot="1800000">
              <a:off x="8306771" y="1511524"/>
              <a:ext cx="1241871" cy="1388822"/>
            </a:xfrm>
            <a:custGeom>
              <a:avLst/>
              <a:gdLst>
                <a:gd name="connsiteX0" fmla="*/ 0 w 1601400"/>
                <a:gd name="connsiteY0" fmla="*/ 694118 h 1388236"/>
                <a:gd name="connsiteX1" fmla="*/ 396258 w 1601400"/>
                <a:gd name="connsiteY1" fmla="*/ 0 h 1388236"/>
                <a:gd name="connsiteX2" fmla="*/ 1205142 w 1601400"/>
                <a:gd name="connsiteY2" fmla="*/ 0 h 1388236"/>
                <a:gd name="connsiteX3" fmla="*/ 1601400 w 1601400"/>
                <a:gd name="connsiteY3" fmla="*/ 694118 h 1388236"/>
                <a:gd name="connsiteX4" fmla="*/ 1205142 w 1601400"/>
                <a:gd name="connsiteY4" fmla="*/ 1388236 h 1388236"/>
                <a:gd name="connsiteX5" fmla="*/ 396258 w 1601400"/>
                <a:gd name="connsiteY5" fmla="*/ 1388236 h 1388236"/>
                <a:gd name="connsiteX6" fmla="*/ 0 w 1601400"/>
                <a:gd name="connsiteY6" fmla="*/ 694118 h 1388236"/>
                <a:gd name="connsiteX0" fmla="*/ 0 w 1601400"/>
                <a:gd name="connsiteY0" fmla="*/ 694704 h 1388822"/>
                <a:gd name="connsiteX1" fmla="*/ 396258 w 1601400"/>
                <a:gd name="connsiteY1" fmla="*/ 586 h 1388822"/>
                <a:gd name="connsiteX2" fmla="*/ 482002 w 1601400"/>
                <a:gd name="connsiteY2" fmla="*/ 0 h 1388822"/>
                <a:gd name="connsiteX3" fmla="*/ 1601400 w 1601400"/>
                <a:gd name="connsiteY3" fmla="*/ 694704 h 1388822"/>
                <a:gd name="connsiteX4" fmla="*/ 1205142 w 1601400"/>
                <a:gd name="connsiteY4" fmla="*/ 1388822 h 1388822"/>
                <a:gd name="connsiteX5" fmla="*/ 396258 w 1601400"/>
                <a:gd name="connsiteY5" fmla="*/ 1388822 h 1388822"/>
                <a:gd name="connsiteX6" fmla="*/ 0 w 1601400"/>
                <a:gd name="connsiteY6" fmla="*/ 694704 h 1388822"/>
                <a:gd name="connsiteX0" fmla="*/ 0 w 1241871"/>
                <a:gd name="connsiteY0" fmla="*/ 694704 h 1388822"/>
                <a:gd name="connsiteX1" fmla="*/ 396258 w 1241871"/>
                <a:gd name="connsiteY1" fmla="*/ 586 h 1388822"/>
                <a:gd name="connsiteX2" fmla="*/ 482002 w 1241871"/>
                <a:gd name="connsiteY2" fmla="*/ 0 h 1388822"/>
                <a:gd name="connsiteX3" fmla="*/ 1241871 w 1241871"/>
                <a:gd name="connsiteY3" fmla="*/ 1323912 h 1388822"/>
                <a:gd name="connsiteX4" fmla="*/ 1205142 w 1241871"/>
                <a:gd name="connsiteY4" fmla="*/ 1388822 h 1388822"/>
                <a:gd name="connsiteX5" fmla="*/ 396258 w 1241871"/>
                <a:gd name="connsiteY5" fmla="*/ 1388822 h 1388822"/>
                <a:gd name="connsiteX6" fmla="*/ 0 w 1241871"/>
                <a:gd name="connsiteY6" fmla="*/ 694704 h 13888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41871" h="1388822">
                  <a:moveTo>
                    <a:pt x="0" y="694704"/>
                  </a:moveTo>
                  <a:lnTo>
                    <a:pt x="396258" y="586"/>
                  </a:lnTo>
                  <a:lnTo>
                    <a:pt x="482002" y="0"/>
                  </a:lnTo>
                  <a:lnTo>
                    <a:pt x="1241871" y="1323912"/>
                  </a:lnTo>
                  <a:lnTo>
                    <a:pt x="1205142" y="1388822"/>
                  </a:lnTo>
                  <a:lnTo>
                    <a:pt x="396258" y="1388822"/>
                  </a:lnTo>
                  <a:lnTo>
                    <a:pt x="0" y="694704"/>
                  </a:lnTo>
                  <a:close/>
                </a:path>
              </a:pathLst>
            </a:cu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66" name="Rectangle 65"/>
          <p:cNvSpPr/>
          <p:nvPr/>
        </p:nvSpPr>
        <p:spPr>
          <a:xfrm>
            <a:off x="457200" y="333487"/>
            <a:ext cx="8229600" cy="6185647"/>
          </a:xfrm>
          <a:prstGeom prst="rect">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0" name="Rectangle 69"/>
          <p:cNvSpPr/>
          <p:nvPr/>
        </p:nvSpPr>
        <p:spPr>
          <a:xfrm>
            <a:off x="4561242" y="-21511"/>
            <a:ext cx="3679116" cy="699244"/>
          </a:xfrm>
          <a:prstGeom prst="rect">
            <a:avLst/>
          </a:prstGeom>
          <a:solidFill>
            <a:srgbClr val="F5F5F5"/>
          </a:solidFill>
          <a:ln>
            <a:solidFill>
              <a:schemeClr val="bg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1" name="Rectangle 70"/>
          <p:cNvSpPr/>
          <p:nvPr/>
        </p:nvSpPr>
        <p:spPr>
          <a:xfrm>
            <a:off x="4649096" y="-21510"/>
            <a:ext cx="3505200" cy="62393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Placeholder 1"/>
          <p:cNvSpPr>
            <a:spLocks noGrp="1"/>
          </p:cNvSpPr>
          <p:nvPr>
            <p:ph type="title"/>
          </p:nvPr>
        </p:nvSpPr>
        <p:spPr>
          <a:xfrm>
            <a:off x="1043490" y="1027664"/>
            <a:ext cx="7024744" cy="1143000"/>
          </a:xfrm>
          <a:prstGeom prst="rect">
            <a:avLst/>
          </a:prstGeom>
        </p:spPr>
        <p:txBody>
          <a:bodyPr vert="horz" lIns="91440" tIns="45720" rIns="91440" bIns="45720" rtlCol="0" anchor="b">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1043492" y="2323652"/>
            <a:ext cx="6777317" cy="3508977"/>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5997388" y="224492"/>
            <a:ext cx="2133600" cy="365125"/>
          </a:xfrm>
          <a:prstGeom prst="rect">
            <a:avLst/>
          </a:prstGeom>
        </p:spPr>
        <p:txBody>
          <a:bodyPr vert="horz" lIns="91440" tIns="45720" rIns="91440" bIns="45720" rtlCol="0" anchor="ctr"/>
          <a:lstStyle>
            <a:lvl1pPr algn="r">
              <a:defRPr sz="1200">
                <a:solidFill>
                  <a:srgbClr val="FEFEFE"/>
                </a:solidFill>
              </a:defRPr>
            </a:lvl1pPr>
          </a:lstStyle>
          <a:p>
            <a:fld id="{0C76BAE5-F616-4149-AADA-55702337AFBA}" type="datetimeFigureOut">
              <a:rPr lang="en-US" smtClean="0"/>
              <a:t>5/7/14</a:t>
            </a:fld>
            <a:endParaRPr lang="en-US"/>
          </a:p>
        </p:txBody>
      </p:sp>
      <p:sp>
        <p:nvSpPr>
          <p:cNvPr id="5" name="Footer Placeholder 4"/>
          <p:cNvSpPr>
            <a:spLocks noGrp="1"/>
          </p:cNvSpPr>
          <p:nvPr>
            <p:ph type="ftr" sz="quarter" idx="3"/>
          </p:nvPr>
        </p:nvSpPr>
        <p:spPr>
          <a:xfrm>
            <a:off x="4641448" y="5852160"/>
            <a:ext cx="3502152" cy="365125"/>
          </a:xfrm>
          <a:prstGeom prst="rect">
            <a:avLst/>
          </a:prstGeom>
        </p:spPr>
        <p:txBody>
          <a:bodyPr vert="horz" lIns="91440" tIns="45720" rIns="91440" bIns="45720" rtlCol="0" anchor="ctr"/>
          <a:lstStyle>
            <a:lvl1pPr algn="r">
              <a:defRPr sz="1200">
                <a:solidFill>
                  <a:schemeClr val="accent1"/>
                </a:solidFill>
              </a:defRPr>
            </a:lvl1pPr>
          </a:lstStyle>
          <a:p>
            <a:endParaRPr lang="en-US"/>
          </a:p>
        </p:txBody>
      </p:sp>
      <p:sp>
        <p:nvSpPr>
          <p:cNvPr id="6" name="Slide Number Placeholder 5"/>
          <p:cNvSpPr>
            <a:spLocks noGrp="1"/>
          </p:cNvSpPr>
          <p:nvPr>
            <p:ph type="sldNum" sz="quarter" idx="4"/>
          </p:nvPr>
        </p:nvSpPr>
        <p:spPr>
          <a:xfrm>
            <a:off x="4649096" y="224491"/>
            <a:ext cx="1332156" cy="365125"/>
          </a:xfrm>
          <a:prstGeom prst="rect">
            <a:avLst/>
          </a:prstGeom>
        </p:spPr>
        <p:txBody>
          <a:bodyPr vert="horz" lIns="91440" tIns="45720" rIns="91440" bIns="45720" rtlCol="0" anchor="ctr"/>
          <a:lstStyle>
            <a:lvl1pPr algn="l">
              <a:defRPr sz="1200">
                <a:solidFill>
                  <a:srgbClr val="FEFEFE"/>
                </a:solidFill>
              </a:defRPr>
            </a:lvl1pPr>
          </a:lstStyle>
          <a:p>
            <a:fld id="{AFBF6EB6-F296-4398-807F-21A0180D7CA1}"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spcBef>
          <a:spcPct val="0"/>
        </a:spcBef>
        <a:buNone/>
        <a:defRPr sz="40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274320" algn="l" defTabSz="914400" rtl="0" eaLnBrk="1" latinLnBrk="0" hangingPunct="1">
        <a:spcBef>
          <a:spcPct val="20000"/>
        </a:spcBef>
        <a:buClr>
          <a:schemeClr val="accent1"/>
        </a:buClr>
        <a:buSzPct val="76000"/>
        <a:buFont typeface="Wingdings 2" pitchFamily="18" charset="2"/>
        <a:buChar char=""/>
        <a:defRPr sz="2400" kern="1200">
          <a:solidFill>
            <a:schemeClr val="tx2"/>
          </a:solidFill>
          <a:latin typeface="+mn-lt"/>
          <a:ea typeface="+mn-ea"/>
          <a:cs typeface="+mn-cs"/>
        </a:defRPr>
      </a:lvl1pPr>
      <a:lvl2pPr marL="640080" indent="-274320" algn="l" defTabSz="914400" rtl="0" eaLnBrk="1" latinLnBrk="0" hangingPunct="1">
        <a:spcBef>
          <a:spcPct val="20000"/>
        </a:spcBef>
        <a:buClr>
          <a:schemeClr val="accent1"/>
        </a:buClr>
        <a:buSzPct val="76000"/>
        <a:buFont typeface="Wingdings 2" pitchFamily="18" charset="2"/>
        <a:buChar char=""/>
        <a:defRPr sz="2200" kern="1200">
          <a:solidFill>
            <a:schemeClr val="tx2"/>
          </a:solidFill>
          <a:latin typeface="+mn-lt"/>
          <a:ea typeface="+mn-ea"/>
          <a:cs typeface="+mn-cs"/>
        </a:defRPr>
      </a:lvl2pPr>
      <a:lvl3pPr marL="914400" indent="-228600" algn="l" defTabSz="914400" rtl="0" eaLnBrk="1" latinLnBrk="0" hangingPunct="1">
        <a:spcBef>
          <a:spcPct val="20000"/>
        </a:spcBef>
        <a:buClr>
          <a:schemeClr val="accent1"/>
        </a:buClr>
        <a:buSzPct val="76000"/>
        <a:buFont typeface="Wingdings 2" pitchFamily="18" charset="2"/>
        <a:buChar char=""/>
        <a:defRPr sz="2000" kern="1200">
          <a:solidFill>
            <a:schemeClr val="tx2"/>
          </a:solidFill>
          <a:latin typeface="+mn-lt"/>
          <a:ea typeface="+mn-ea"/>
          <a:cs typeface="+mn-cs"/>
        </a:defRPr>
      </a:lvl3pPr>
      <a:lvl4pPr marL="1124712" indent="-228600" algn="l" defTabSz="914400" rtl="0" eaLnBrk="1" latinLnBrk="0" hangingPunct="1">
        <a:spcBef>
          <a:spcPct val="20000"/>
        </a:spcBef>
        <a:buClr>
          <a:schemeClr val="accent1"/>
        </a:buClr>
        <a:buSzPct val="76000"/>
        <a:buFont typeface="Wingdings 2" pitchFamily="18" charset="2"/>
        <a:buChar char=""/>
        <a:defRPr sz="1800" kern="1200">
          <a:solidFill>
            <a:schemeClr val="tx2"/>
          </a:solidFill>
          <a:latin typeface="+mn-lt"/>
          <a:ea typeface="+mn-ea"/>
          <a:cs typeface="+mn-cs"/>
        </a:defRPr>
      </a:lvl4pPr>
      <a:lvl5pPr marL="1325880" indent="-228600" algn="l" defTabSz="914400" rtl="0" eaLnBrk="1" latinLnBrk="0" hangingPunct="1">
        <a:spcBef>
          <a:spcPct val="20000"/>
        </a:spcBef>
        <a:buClr>
          <a:schemeClr val="accent1"/>
        </a:buClr>
        <a:buSzPct val="76000"/>
        <a:buFont typeface="Wingdings 2" pitchFamily="18" charset="2"/>
        <a:buChar char=""/>
        <a:defRPr sz="1600" kern="1200" baseline="0">
          <a:solidFill>
            <a:schemeClr val="tx2"/>
          </a:solidFill>
          <a:latin typeface="+mn-lt"/>
          <a:ea typeface="+mn-ea"/>
          <a:cs typeface="+mn-cs"/>
        </a:defRPr>
      </a:lvl5pPr>
      <a:lvl6pPr marL="1517904" indent="-228600" algn="l" defTabSz="914400" rtl="0" eaLnBrk="1" latinLnBrk="0" hangingPunct="1">
        <a:spcBef>
          <a:spcPct val="20000"/>
        </a:spcBef>
        <a:buClr>
          <a:schemeClr val="accent1"/>
        </a:buClr>
        <a:buSzPct val="76000"/>
        <a:buFont typeface="Wingdings 2" pitchFamily="18" charset="2"/>
        <a:buChar char=""/>
        <a:defRPr sz="1400" kern="1200">
          <a:solidFill>
            <a:schemeClr val="tx2"/>
          </a:solidFill>
          <a:latin typeface="+mn-lt"/>
          <a:ea typeface="+mn-ea"/>
          <a:cs typeface="+mn-cs"/>
        </a:defRPr>
      </a:lvl6pPr>
      <a:lvl7pPr marL="1719072" indent="-228600" algn="l" defTabSz="914400" rtl="0" eaLnBrk="1" latinLnBrk="0" hangingPunct="1">
        <a:spcBef>
          <a:spcPct val="20000"/>
        </a:spcBef>
        <a:buClr>
          <a:schemeClr val="accent1"/>
        </a:buClr>
        <a:buSzPct val="76000"/>
        <a:buFont typeface="Wingdings 2" pitchFamily="18" charset="2"/>
        <a:buChar char=""/>
        <a:defRPr sz="1400" kern="1200">
          <a:solidFill>
            <a:schemeClr val="tx2"/>
          </a:solidFill>
          <a:latin typeface="+mn-lt"/>
          <a:ea typeface="+mn-ea"/>
          <a:cs typeface="+mn-cs"/>
        </a:defRPr>
      </a:lvl7pPr>
      <a:lvl8pPr marL="1920240" indent="-228600" algn="l" defTabSz="914400" rtl="0" eaLnBrk="1" latinLnBrk="0" hangingPunct="1">
        <a:spcBef>
          <a:spcPct val="20000"/>
        </a:spcBef>
        <a:buClr>
          <a:schemeClr val="accent1"/>
        </a:buClr>
        <a:buSzPct val="76000"/>
        <a:buFont typeface="Wingdings 2" pitchFamily="18" charset="2"/>
        <a:buChar char=""/>
        <a:defRPr sz="1400" kern="1200">
          <a:solidFill>
            <a:schemeClr val="tx2"/>
          </a:solidFill>
          <a:latin typeface="+mn-lt"/>
          <a:ea typeface="+mn-ea"/>
          <a:cs typeface="+mn-cs"/>
        </a:defRPr>
      </a:lvl8pPr>
      <a:lvl9pPr marL="2121408" indent="-228600" algn="l" defTabSz="914400" rtl="0" eaLnBrk="1" latinLnBrk="0" hangingPunct="1">
        <a:spcBef>
          <a:spcPct val="20000"/>
        </a:spcBef>
        <a:buClr>
          <a:schemeClr val="accent1"/>
        </a:buClr>
        <a:buSzPct val="76000"/>
        <a:buFont typeface="Wingdings 2" pitchFamily="18" charset="2"/>
        <a:buChar char=""/>
        <a:defRPr sz="1400" kern="1200">
          <a:solidFill>
            <a:schemeClr val="tx2"/>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 Id="rId3" Type="http://schemas.openxmlformats.org/officeDocument/2006/relationships/image" Target="../media/image3.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4.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5.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fontScale="90000"/>
          </a:bodyPr>
          <a:lstStyle/>
          <a:p>
            <a:r>
              <a:rPr lang="en-US" dirty="0" smtClean="0"/>
              <a:t>Plagiarism Detection Visualization</a:t>
            </a:r>
            <a:endParaRPr lang="en-US" dirty="0"/>
          </a:p>
        </p:txBody>
      </p:sp>
      <p:sp>
        <p:nvSpPr>
          <p:cNvPr id="3" name="Subtitle 2"/>
          <p:cNvSpPr>
            <a:spLocks noGrp="1"/>
          </p:cNvSpPr>
          <p:nvPr>
            <p:ph type="subTitle" idx="1"/>
          </p:nvPr>
        </p:nvSpPr>
        <p:spPr/>
        <p:txBody>
          <a:bodyPr/>
          <a:lstStyle/>
          <a:p>
            <a:r>
              <a:rPr lang="en-US" dirty="0" smtClean="0"/>
              <a:t>Nate Phillips</a:t>
            </a:r>
          </a:p>
          <a:p>
            <a:r>
              <a:rPr lang="en-US" dirty="0" smtClean="0"/>
              <a:t>Josh </a:t>
            </a:r>
            <a:r>
              <a:rPr lang="en-US" dirty="0" err="1" smtClean="0"/>
              <a:t>Crowson</a:t>
            </a:r>
            <a:endParaRPr lang="en-US" dirty="0"/>
          </a:p>
        </p:txBody>
      </p:sp>
    </p:spTree>
    <p:extLst>
      <p:ext uri="{BB962C8B-B14F-4D97-AF65-F5344CB8AC3E}">
        <p14:creationId xmlns:p14="http://schemas.microsoft.com/office/powerpoint/2010/main" val="510672183"/>
      </p:ext>
    </p:extLst>
  </p:cSld>
  <p:clrMapOvr>
    <a:masterClrMapping/>
  </p:clrMapOvr>
  <p:timing>
    <p:tnLst>
      <p:par>
        <p:cTn xmlns:p14="http://schemas.microsoft.com/office/powerpoint/2010/mai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Purpose</a:t>
            </a:r>
            <a:endParaRPr lang="en-US" dirty="0"/>
          </a:p>
        </p:txBody>
      </p:sp>
      <p:sp>
        <p:nvSpPr>
          <p:cNvPr id="3" name="Content Placeholder 2"/>
          <p:cNvSpPr>
            <a:spLocks noGrp="1"/>
          </p:cNvSpPr>
          <p:nvPr>
            <p:ph idx="1"/>
          </p:nvPr>
        </p:nvSpPr>
        <p:spPr/>
        <p:txBody>
          <a:bodyPr/>
          <a:lstStyle/>
          <a:p>
            <a:r>
              <a:rPr lang="en-US" dirty="0" smtClean="0"/>
              <a:t>The purpose of this project was to design a system that could detect plagiarism and display the results in an intuitive human-friendly fashion.</a:t>
            </a:r>
            <a:endParaRPr lang="en-US" dirty="0"/>
          </a:p>
        </p:txBody>
      </p:sp>
    </p:spTree>
    <p:extLst>
      <p:ext uri="{BB962C8B-B14F-4D97-AF65-F5344CB8AC3E}">
        <p14:creationId xmlns:p14="http://schemas.microsoft.com/office/powerpoint/2010/main" val="3664711188"/>
      </p:ext>
    </p:extLst>
  </p:cSld>
  <p:clrMapOvr>
    <a:masterClrMapping/>
  </p:clrMapOvr>
  <p:timing>
    <p:tnLst>
      <p:par>
        <p:cTn xmlns:p14="http://schemas.microsoft.com/office/powerpoint/2010/mai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Two Parts</a:t>
            </a:r>
            <a:endParaRPr lang="en-US" dirty="0"/>
          </a:p>
        </p:txBody>
      </p:sp>
      <p:sp>
        <p:nvSpPr>
          <p:cNvPr id="3" name="Content Placeholder 2"/>
          <p:cNvSpPr>
            <a:spLocks noGrp="1"/>
          </p:cNvSpPr>
          <p:nvPr>
            <p:ph idx="1"/>
          </p:nvPr>
        </p:nvSpPr>
        <p:spPr/>
        <p:txBody>
          <a:bodyPr/>
          <a:lstStyle/>
          <a:p>
            <a:r>
              <a:rPr lang="en-US" dirty="0" smtClean="0"/>
              <a:t>A system to programmatically detect any instances of plagiarism and export the plagiarized words to an output file.</a:t>
            </a:r>
          </a:p>
          <a:p>
            <a:r>
              <a:rPr lang="en-US" dirty="0" smtClean="0"/>
              <a:t>A system to take the words from the output file, as well as the two text files, and visualize the plagiarism level of the document.</a:t>
            </a:r>
            <a:endParaRPr lang="en-US" dirty="0"/>
          </a:p>
        </p:txBody>
      </p:sp>
    </p:spTree>
    <p:extLst>
      <p:ext uri="{BB962C8B-B14F-4D97-AF65-F5344CB8AC3E}">
        <p14:creationId xmlns:p14="http://schemas.microsoft.com/office/powerpoint/2010/main" val="1756464271"/>
      </p:ext>
    </p:extLst>
  </p:cSld>
  <p:clrMapOvr>
    <a:masterClrMapping/>
  </p:clrMapOvr>
  <p:timing>
    <p:tnLst>
      <p:par>
        <p:cTn xmlns:p14="http://schemas.microsoft.com/office/powerpoint/2010/mai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Plagiarism Detection Software</a:t>
            </a:r>
            <a:endParaRPr lang="en-US" dirty="0"/>
          </a:p>
        </p:txBody>
      </p:sp>
      <p:sp>
        <p:nvSpPr>
          <p:cNvPr id="3" name="Content Placeholder 2"/>
          <p:cNvSpPr>
            <a:spLocks noGrp="1"/>
          </p:cNvSpPr>
          <p:nvPr>
            <p:ph idx="1"/>
          </p:nvPr>
        </p:nvSpPr>
        <p:spPr/>
        <p:txBody>
          <a:bodyPr>
            <a:normAutofit/>
          </a:bodyPr>
          <a:lstStyle/>
          <a:p>
            <a:r>
              <a:rPr lang="en-US" dirty="0" smtClean="0"/>
              <a:t>The plagiarism detection program takes in two input text files and individually breaks the the texts into word groups of size 3-7.</a:t>
            </a:r>
          </a:p>
          <a:p>
            <a:r>
              <a:rPr lang="en-US" dirty="0" smtClean="0"/>
              <a:t>When it breaks up the text, it strips out all punctuation</a:t>
            </a:r>
            <a:r>
              <a:rPr lang="en-US" dirty="0" smtClean="0"/>
              <a:t>.</a:t>
            </a:r>
            <a:endParaRPr lang="en-US" dirty="0" smtClean="0"/>
          </a:p>
        </p:txBody>
      </p:sp>
    </p:spTree>
    <p:extLst>
      <p:ext uri="{BB962C8B-B14F-4D97-AF65-F5344CB8AC3E}">
        <p14:creationId xmlns:p14="http://schemas.microsoft.com/office/powerpoint/2010/main" val="2374506024"/>
      </p:ext>
    </p:extLst>
  </p:cSld>
  <p:clrMapOvr>
    <a:masterClrMapping/>
  </p:clrMapOvr>
  <p:timing>
    <p:tnLst>
      <p:par>
        <p:cTn xmlns:p14="http://schemas.microsoft.com/office/powerpoint/2010/mai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Plagiarism Detection Software</a:t>
            </a:r>
            <a:endParaRPr lang="en-US" dirty="0"/>
          </a:p>
        </p:txBody>
      </p:sp>
      <p:sp>
        <p:nvSpPr>
          <p:cNvPr id="3" name="Content Placeholder 2"/>
          <p:cNvSpPr>
            <a:spLocks noGrp="1"/>
          </p:cNvSpPr>
          <p:nvPr>
            <p:ph idx="1"/>
          </p:nvPr>
        </p:nvSpPr>
        <p:spPr/>
        <p:txBody>
          <a:bodyPr/>
          <a:lstStyle/>
          <a:p>
            <a:r>
              <a:rPr lang="en-US" dirty="0"/>
              <a:t>The program then compares the word groupings from one text to the word groupings of the other text and stores them in another list</a:t>
            </a:r>
            <a:r>
              <a:rPr lang="en-US" dirty="0" smtClean="0"/>
              <a:t>.</a:t>
            </a:r>
            <a:endParaRPr lang="en-US" dirty="0" smtClean="0"/>
          </a:p>
          <a:p>
            <a:r>
              <a:rPr lang="en-US" dirty="0" smtClean="0"/>
              <a:t>Then </a:t>
            </a:r>
            <a:r>
              <a:rPr lang="en-US" dirty="0" smtClean="0"/>
              <a:t>the program reduces the list to remove redundant word groupings.</a:t>
            </a:r>
          </a:p>
          <a:p>
            <a:endParaRPr lang="en-US" dirty="0"/>
          </a:p>
        </p:txBody>
      </p:sp>
    </p:spTree>
    <p:extLst>
      <p:ext uri="{BB962C8B-B14F-4D97-AF65-F5344CB8AC3E}">
        <p14:creationId xmlns:p14="http://schemas.microsoft.com/office/powerpoint/2010/main" val="1566345161"/>
      </p:ext>
    </p:extLst>
  </p:cSld>
  <p:clrMapOvr>
    <a:masterClrMapping/>
  </p:clrMapOvr>
  <p:timing>
    <p:tnLst>
      <p:par>
        <p:cTn xmlns:p14="http://schemas.microsoft.com/office/powerpoint/2010/mai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Plagiarism Detection Software</a:t>
            </a:r>
            <a:endParaRPr lang="en-US" dirty="0"/>
          </a:p>
        </p:txBody>
      </p:sp>
      <p:sp>
        <p:nvSpPr>
          <p:cNvPr id="3" name="Content Placeholder 2"/>
          <p:cNvSpPr>
            <a:spLocks noGrp="1"/>
          </p:cNvSpPr>
          <p:nvPr>
            <p:ph idx="1"/>
          </p:nvPr>
        </p:nvSpPr>
        <p:spPr>
          <a:xfrm>
            <a:off x="1043492" y="2323652"/>
            <a:ext cx="7033708" cy="3508977"/>
          </a:xfrm>
        </p:spPr>
        <p:txBody>
          <a:bodyPr/>
          <a:lstStyle/>
          <a:p>
            <a:r>
              <a:rPr lang="en-US" dirty="0" smtClean="0"/>
              <a:t>Primary text: 8 pages</a:t>
            </a:r>
          </a:p>
          <a:p>
            <a:r>
              <a:rPr lang="en-US" dirty="0" smtClean="0"/>
              <a:t>Secondary text: 5 pages</a:t>
            </a:r>
            <a:endParaRPr lang="en-US" dirty="0" smtClean="0"/>
          </a:p>
          <a:p>
            <a:r>
              <a:rPr lang="en-US" dirty="0" smtClean="0"/>
              <a:t>Word </a:t>
            </a:r>
            <a:r>
              <a:rPr lang="en-US" dirty="0" smtClean="0"/>
              <a:t>groupings </a:t>
            </a:r>
            <a:r>
              <a:rPr lang="en-US" dirty="0" smtClean="0"/>
              <a:t>of in the primary text: </a:t>
            </a:r>
            <a:r>
              <a:rPr lang="en-US" dirty="0" smtClean="0"/>
              <a:t>11040</a:t>
            </a:r>
          </a:p>
          <a:p>
            <a:r>
              <a:rPr lang="en-US" dirty="0" smtClean="0"/>
              <a:t>Word groupings </a:t>
            </a:r>
            <a:r>
              <a:rPr lang="en-US" dirty="0" smtClean="0"/>
              <a:t>in</a:t>
            </a:r>
            <a:r>
              <a:rPr lang="en-US" dirty="0" smtClean="0"/>
              <a:t> the secondary text</a:t>
            </a:r>
            <a:r>
              <a:rPr lang="en-US" dirty="0" smtClean="0"/>
              <a:t>: 5345</a:t>
            </a:r>
          </a:p>
          <a:p>
            <a:r>
              <a:rPr lang="en-US" dirty="0" smtClean="0"/>
              <a:t>80 word groupings in common between the two sets</a:t>
            </a:r>
          </a:p>
          <a:p>
            <a:r>
              <a:rPr lang="en-US" dirty="0" smtClean="0"/>
              <a:t>The 80 word groupings is reduced to 12 unique word groupings</a:t>
            </a:r>
          </a:p>
          <a:p>
            <a:pPr marL="68580" indent="0">
              <a:buNone/>
            </a:pPr>
            <a:endParaRPr lang="en-US" dirty="0"/>
          </a:p>
        </p:txBody>
      </p:sp>
    </p:spTree>
    <p:extLst>
      <p:ext uri="{BB962C8B-B14F-4D97-AF65-F5344CB8AC3E}">
        <p14:creationId xmlns:p14="http://schemas.microsoft.com/office/powerpoint/2010/main" val="1597389474"/>
      </p:ext>
    </p:extLst>
  </p:cSld>
  <p:clrMapOvr>
    <a:masterClrMapping/>
  </p:clrMapOvr>
  <p:timing>
    <p:tnLst>
      <p:par>
        <p:cTn xmlns:p14="http://schemas.microsoft.com/office/powerpoint/2010/mai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43490" y="1027664"/>
            <a:ext cx="7024744" cy="648736"/>
          </a:xfrm>
        </p:spPr>
        <p:txBody>
          <a:bodyPr>
            <a:normAutofit fontScale="90000"/>
          </a:bodyPr>
          <a:lstStyle/>
          <a:p>
            <a:r>
              <a:rPr lang="en-US" dirty="0" smtClean="0"/>
              <a:t>Plagiarism Detection Software</a:t>
            </a:r>
            <a:endParaRPr lang="en-US" dirty="0"/>
          </a:p>
        </p:txBody>
      </p:sp>
      <p:sp>
        <p:nvSpPr>
          <p:cNvPr id="3" name="Content Placeholder 2"/>
          <p:cNvSpPr>
            <a:spLocks noGrp="1"/>
          </p:cNvSpPr>
          <p:nvPr>
            <p:ph idx="1"/>
          </p:nvPr>
        </p:nvSpPr>
        <p:spPr>
          <a:xfrm>
            <a:off x="381000" y="1524000"/>
            <a:ext cx="8305800" cy="4800600"/>
          </a:xfrm>
        </p:spPr>
        <p:txBody>
          <a:bodyPr>
            <a:noAutofit/>
          </a:bodyPr>
          <a:lstStyle/>
          <a:p>
            <a:pPr marL="68580" indent="0">
              <a:buNone/>
            </a:pPr>
            <a:r>
              <a:rPr lang="en-US" sz="1200" dirty="0" smtClean="0"/>
              <a:t>80 word groupings</a:t>
            </a:r>
            <a:r>
              <a:rPr lang="en-US" sz="1200" dirty="0"/>
              <a:t>: [</a:t>
            </a:r>
            <a:r>
              <a:rPr lang="en-US" sz="1200" dirty="0" smtClean="0"/>
              <a:t>[the, c, programming]</a:t>
            </a:r>
            <a:r>
              <a:rPr lang="en-US" sz="1200" dirty="0"/>
              <a:t>, </a:t>
            </a:r>
            <a:r>
              <a:rPr lang="en-US" sz="1200" dirty="0" smtClean="0"/>
              <a:t>[c, programming, language]</a:t>
            </a:r>
            <a:r>
              <a:rPr lang="en-US" sz="1200" dirty="0"/>
              <a:t>, </a:t>
            </a:r>
            <a:r>
              <a:rPr lang="en-US" sz="1200" dirty="0" smtClean="0"/>
              <a:t>[one, of, the]</a:t>
            </a:r>
            <a:r>
              <a:rPr lang="en-US" sz="1200" dirty="0"/>
              <a:t>, </a:t>
            </a:r>
            <a:r>
              <a:rPr lang="en-US" sz="1200" dirty="0" smtClean="0"/>
              <a:t>[one, of, the]</a:t>
            </a:r>
            <a:r>
              <a:rPr lang="en-US" sz="1200" dirty="0"/>
              <a:t>, </a:t>
            </a:r>
            <a:r>
              <a:rPr lang="en-US" sz="1200" dirty="0" smtClean="0"/>
              <a:t>[the, c, programming]</a:t>
            </a:r>
            <a:r>
              <a:rPr lang="en-US" sz="1200" dirty="0"/>
              <a:t>, </a:t>
            </a:r>
            <a:r>
              <a:rPr lang="en-US" sz="1200" dirty="0" smtClean="0"/>
              <a:t>[c, programming, language]</a:t>
            </a:r>
            <a:r>
              <a:rPr lang="en-US" sz="1200" dirty="0"/>
              <a:t>, </a:t>
            </a:r>
            <a:r>
              <a:rPr lang="en-US" sz="1200" dirty="0" smtClean="0"/>
              <a:t>[the, b, language]</a:t>
            </a:r>
            <a:r>
              <a:rPr lang="en-US" sz="1200" dirty="0"/>
              <a:t>, </a:t>
            </a:r>
            <a:r>
              <a:rPr lang="en-US" sz="1200" dirty="0" smtClean="0"/>
              <a:t>[</a:t>
            </a:r>
            <a:r>
              <a:rPr lang="en-US" sz="1200" dirty="0" err="1" smtClean="0"/>
              <a:t>ritchie</a:t>
            </a:r>
            <a:r>
              <a:rPr lang="en-US" sz="1200" dirty="0" smtClean="0"/>
              <a:t>, modified, b]</a:t>
            </a:r>
            <a:r>
              <a:rPr lang="en-US" sz="1200" dirty="0"/>
              <a:t>, </a:t>
            </a:r>
            <a:r>
              <a:rPr lang="en-US" sz="1200" dirty="0" smtClean="0"/>
              <a:t>[</a:t>
            </a:r>
            <a:r>
              <a:rPr lang="en-US" sz="1200" dirty="0" err="1" smtClean="0"/>
              <a:t>ritchie</a:t>
            </a:r>
            <a:r>
              <a:rPr lang="en-US" sz="1200" dirty="0" smtClean="0"/>
              <a:t>, modified, b]</a:t>
            </a:r>
            <a:r>
              <a:rPr lang="en-US" sz="1200" dirty="0"/>
              <a:t>, </a:t>
            </a:r>
            <a:r>
              <a:rPr lang="en-US" sz="1200" dirty="0" smtClean="0"/>
              <a:t>[modified, b, which]</a:t>
            </a:r>
            <a:r>
              <a:rPr lang="en-US" sz="1200" dirty="0"/>
              <a:t>, </a:t>
            </a:r>
            <a:r>
              <a:rPr lang="en-US" sz="1200" dirty="0" smtClean="0"/>
              <a:t>[b, which, eventually]</a:t>
            </a:r>
            <a:r>
              <a:rPr lang="en-US" sz="1200" dirty="0"/>
              <a:t>, </a:t>
            </a:r>
            <a:r>
              <a:rPr lang="en-US" sz="1200" dirty="0" smtClean="0"/>
              <a:t>[which, eventually, became]</a:t>
            </a:r>
            <a:r>
              <a:rPr lang="en-US" sz="1200" dirty="0"/>
              <a:t>, </a:t>
            </a:r>
            <a:r>
              <a:rPr lang="en-US" sz="1200" dirty="0" smtClean="0"/>
              <a:t>[the, c, programming]</a:t>
            </a:r>
            <a:r>
              <a:rPr lang="en-US" sz="1200" dirty="0"/>
              <a:t>, </a:t>
            </a:r>
            <a:r>
              <a:rPr lang="en-US" sz="1200" dirty="0" smtClean="0"/>
              <a:t>[c, programming, language]</a:t>
            </a:r>
            <a:r>
              <a:rPr lang="en-US" sz="1200" dirty="0"/>
              <a:t>, </a:t>
            </a:r>
            <a:r>
              <a:rPr lang="en-US" sz="1200" dirty="0" smtClean="0"/>
              <a:t>[as, well, as]</a:t>
            </a:r>
            <a:r>
              <a:rPr lang="en-US" sz="1200" dirty="0"/>
              <a:t>, </a:t>
            </a:r>
            <a:r>
              <a:rPr lang="en-US" sz="1200" dirty="0" smtClean="0"/>
              <a:t>[ken, </a:t>
            </a:r>
            <a:r>
              <a:rPr lang="en-US" sz="1200" dirty="0" err="1" smtClean="0"/>
              <a:t>thompson</a:t>
            </a:r>
            <a:r>
              <a:rPr lang="en-US" sz="1200" dirty="0" smtClean="0"/>
              <a:t>, developed]</a:t>
            </a:r>
            <a:r>
              <a:rPr lang="en-US" sz="1200" dirty="0"/>
              <a:t>, </a:t>
            </a:r>
            <a:r>
              <a:rPr lang="en-US" sz="1200" dirty="0" smtClean="0"/>
              <a:t>[</a:t>
            </a:r>
            <a:r>
              <a:rPr lang="en-US" sz="1200" dirty="0" err="1" smtClean="0"/>
              <a:t>thompson</a:t>
            </a:r>
            <a:r>
              <a:rPr lang="en-US" sz="1200" dirty="0" smtClean="0"/>
              <a:t>, developed, the]</a:t>
            </a:r>
            <a:r>
              <a:rPr lang="en-US" sz="1200" dirty="0"/>
              <a:t>, </a:t>
            </a:r>
            <a:r>
              <a:rPr lang="en-US" sz="1200" dirty="0" smtClean="0"/>
              <a:t>[developed, the, c]</a:t>
            </a:r>
            <a:r>
              <a:rPr lang="en-US" sz="1200" dirty="0"/>
              <a:t>, </a:t>
            </a:r>
            <a:r>
              <a:rPr lang="en-US" sz="1200" dirty="0" smtClean="0"/>
              <a:t>[the, c, programming]</a:t>
            </a:r>
            <a:r>
              <a:rPr lang="en-US" sz="1200" dirty="0"/>
              <a:t>, </a:t>
            </a:r>
            <a:r>
              <a:rPr lang="en-US" sz="1200" dirty="0" smtClean="0"/>
              <a:t>[c, programming, language]</a:t>
            </a:r>
            <a:r>
              <a:rPr lang="en-US" sz="1200" dirty="0"/>
              <a:t>, </a:t>
            </a:r>
            <a:r>
              <a:rPr lang="en-US" sz="1200" dirty="0" smtClean="0"/>
              <a:t>[with, </a:t>
            </a:r>
            <a:r>
              <a:rPr lang="en-US" sz="1200" dirty="0" err="1" smtClean="0"/>
              <a:t>dennis</a:t>
            </a:r>
            <a:r>
              <a:rPr lang="en-US" sz="1200" dirty="0" smtClean="0"/>
              <a:t>, </a:t>
            </a:r>
            <a:r>
              <a:rPr lang="en-US" sz="1200" dirty="0" err="1" smtClean="0"/>
              <a:t>ritchie</a:t>
            </a:r>
            <a:r>
              <a:rPr lang="en-US" sz="1200" dirty="0" smtClean="0"/>
              <a:t>]</a:t>
            </a:r>
            <a:r>
              <a:rPr lang="en-US" sz="1200" dirty="0"/>
              <a:t>, </a:t>
            </a:r>
            <a:r>
              <a:rPr lang="en-US" sz="1200" dirty="0" smtClean="0"/>
              <a:t>[with, </a:t>
            </a:r>
            <a:r>
              <a:rPr lang="en-US" sz="1200" dirty="0" err="1" smtClean="0"/>
              <a:t>dennis</a:t>
            </a:r>
            <a:r>
              <a:rPr lang="en-US" sz="1200" dirty="0" smtClean="0"/>
              <a:t>, </a:t>
            </a:r>
            <a:r>
              <a:rPr lang="en-US" sz="1200" dirty="0" err="1" smtClean="0"/>
              <a:t>ritchie</a:t>
            </a:r>
            <a:r>
              <a:rPr lang="en-US" sz="1200" dirty="0" smtClean="0"/>
              <a:t>]</a:t>
            </a:r>
            <a:r>
              <a:rPr lang="en-US" sz="1200" dirty="0"/>
              <a:t>, </a:t>
            </a:r>
            <a:r>
              <a:rPr lang="en-US" sz="1200" dirty="0" smtClean="0"/>
              <a:t>[when, it, was]</a:t>
            </a:r>
            <a:r>
              <a:rPr lang="en-US" sz="1200" dirty="0"/>
              <a:t>, </a:t>
            </a:r>
            <a:r>
              <a:rPr lang="en-US" sz="1200" dirty="0" smtClean="0"/>
              <a:t>[</a:t>
            </a:r>
            <a:r>
              <a:rPr lang="en-US" sz="1200" dirty="0" err="1" smtClean="0"/>
              <a:t>dennis</a:t>
            </a:r>
            <a:r>
              <a:rPr lang="en-US" sz="1200" dirty="0" smtClean="0"/>
              <a:t>, </a:t>
            </a:r>
            <a:r>
              <a:rPr lang="en-US" sz="1200" dirty="0" err="1" smtClean="0"/>
              <a:t>ritchie</a:t>
            </a:r>
            <a:r>
              <a:rPr lang="en-US" sz="1200" dirty="0" smtClean="0"/>
              <a:t>, </a:t>
            </a:r>
            <a:r>
              <a:rPr lang="en-US" sz="1200" dirty="0" err="1" smtClean="0"/>
              <a:t>dennis</a:t>
            </a:r>
            <a:r>
              <a:rPr lang="en-US" sz="1200" dirty="0" smtClean="0"/>
              <a:t>]</a:t>
            </a:r>
            <a:r>
              <a:rPr lang="en-US" sz="1200" dirty="0"/>
              <a:t>, </a:t>
            </a:r>
            <a:r>
              <a:rPr lang="en-US" sz="1200" dirty="0" smtClean="0"/>
              <a:t>[</a:t>
            </a:r>
            <a:r>
              <a:rPr lang="en-US" sz="1200" dirty="0" err="1" smtClean="0"/>
              <a:t>ritchie</a:t>
            </a:r>
            <a:r>
              <a:rPr lang="en-US" sz="1200" dirty="0" smtClean="0"/>
              <a:t>, </a:t>
            </a:r>
            <a:r>
              <a:rPr lang="en-US" sz="1200" dirty="0" err="1" smtClean="0"/>
              <a:t>dennis</a:t>
            </a:r>
            <a:r>
              <a:rPr lang="en-US" sz="1200" dirty="0" smtClean="0"/>
              <a:t>, </a:t>
            </a:r>
            <a:r>
              <a:rPr lang="en-US" sz="1200" dirty="0" err="1" smtClean="0"/>
              <a:t>ritchie</a:t>
            </a:r>
            <a:r>
              <a:rPr lang="en-US" sz="1200" dirty="0" smtClean="0"/>
              <a:t>]</a:t>
            </a:r>
            <a:r>
              <a:rPr lang="en-US" sz="1200" dirty="0"/>
              <a:t>, </a:t>
            </a:r>
            <a:r>
              <a:rPr lang="en-US" sz="1200" dirty="0" smtClean="0"/>
              <a:t>[developed, the, c]</a:t>
            </a:r>
            <a:r>
              <a:rPr lang="en-US" sz="1200" dirty="0"/>
              <a:t>, </a:t>
            </a:r>
            <a:r>
              <a:rPr lang="en-US" sz="1200" dirty="0" smtClean="0"/>
              <a:t>[the, c, programming]</a:t>
            </a:r>
            <a:r>
              <a:rPr lang="en-US" sz="1200" dirty="0"/>
              <a:t>, </a:t>
            </a:r>
            <a:r>
              <a:rPr lang="en-US" sz="1200" dirty="0" smtClean="0"/>
              <a:t>[c, programming, language]</a:t>
            </a:r>
            <a:r>
              <a:rPr lang="en-US" sz="1200" dirty="0"/>
              <a:t>, </a:t>
            </a:r>
            <a:r>
              <a:rPr lang="en-US" sz="1200" dirty="0" smtClean="0"/>
              <a:t>[the, c, programming]</a:t>
            </a:r>
            <a:r>
              <a:rPr lang="en-US" sz="1200" dirty="0"/>
              <a:t>, </a:t>
            </a:r>
            <a:r>
              <a:rPr lang="en-US" sz="1200" dirty="0" smtClean="0"/>
              <a:t>[c, programming, language]</a:t>
            </a:r>
            <a:r>
              <a:rPr lang="en-US" sz="1200" dirty="0"/>
              <a:t>, </a:t>
            </a:r>
            <a:r>
              <a:rPr lang="en-US" sz="1200" dirty="0" smtClean="0"/>
              <a:t>[the, c, programming]</a:t>
            </a:r>
            <a:r>
              <a:rPr lang="en-US" sz="1200" dirty="0"/>
              <a:t>, </a:t>
            </a:r>
            <a:r>
              <a:rPr lang="en-US" sz="1200" dirty="0" smtClean="0"/>
              <a:t>[c, programming, language]</a:t>
            </a:r>
            <a:r>
              <a:rPr lang="en-US" sz="1200" dirty="0"/>
              <a:t>, </a:t>
            </a:r>
            <a:r>
              <a:rPr lang="en-US" sz="1200" dirty="0" smtClean="0"/>
              <a:t>[with, </a:t>
            </a:r>
            <a:r>
              <a:rPr lang="en-US" sz="1200" dirty="0" err="1" smtClean="0"/>
              <a:t>dennis</a:t>
            </a:r>
            <a:r>
              <a:rPr lang="en-US" sz="1200" dirty="0" smtClean="0"/>
              <a:t>, </a:t>
            </a:r>
            <a:r>
              <a:rPr lang="en-US" sz="1200" dirty="0" err="1" smtClean="0"/>
              <a:t>ritchie</a:t>
            </a:r>
            <a:r>
              <a:rPr lang="en-US" sz="1200" dirty="0" smtClean="0"/>
              <a:t>]</a:t>
            </a:r>
            <a:r>
              <a:rPr lang="en-US" sz="1200" dirty="0"/>
              <a:t>, </a:t>
            </a:r>
            <a:r>
              <a:rPr lang="en-US" sz="1200" dirty="0" smtClean="0"/>
              <a:t>[with, </a:t>
            </a:r>
            <a:r>
              <a:rPr lang="en-US" sz="1200" dirty="0" err="1" smtClean="0"/>
              <a:t>dennis</a:t>
            </a:r>
            <a:r>
              <a:rPr lang="en-US" sz="1200" dirty="0" smtClean="0"/>
              <a:t>, </a:t>
            </a:r>
            <a:r>
              <a:rPr lang="en-US" sz="1200" dirty="0" err="1" smtClean="0"/>
              <a:t>ritchie</a:t>
            </a:r>
            <a:r>
              <a:rPr lang="en-US" sz="1200" dirty="0" smtClean="0"/>
              <a:t>]</a:t>
            </a:r>
            <a:r>
              <a:rPr lang="en-US" sz="1200" dirty="0"/>
              <a:t>, </a:t>
            </a:r>
            <a:r>
              <a:rPr lang="en-US" sz="1200" dirty="0" smtClean="0"/>
              <a:t>[the, c, language]</a:t>
            </a:r>
            <a:r>
              <a:rPr lang="en-US" sz="1200" dirty="0"/>
              <a:t>, </a:t>
            </a:r>
            <a:r>
              <a:rPr lang="en-US" sz="1200" dirty="0" smtClean="0"/>
              <a:t>[the, c, language]</a:t>
            </a:r>
            <a:r>
              <a:rPr lang="en-US" sz="1200" dirty="0"/>
              <a:t>, </a:t>
            </a:r>
            <a:r>
              <a:rPr lang="en-US" sz="1200" dirty="0" smtClean="0"/>
              <a:t>[the, b, language]</a:t>
            </a:r>
            <a:r>
              <a:rPr lang="en-US" sz="1200" dirty="0"/>
              <a:t>, </a:t>
            </a:r>
            <a:r>
              <a:rPr lang="en-US" sz="1200" dirty="0" smtClean="0"/>
              <a:t>[of, the, c]</a:t>
            </a:r>
            <a:r>
              <a:rPr lang="en-US" sz="1200" dirty="0"/>
              <a:t>, </a:t>
            </a:r>
            <a:r>
              <a:rPr lang="en-US" sz="1200" dirty="0" smtClean="0"/>
              <a:t>[the, c, programming]</a:t>
            </a:r>
            <a:r>
              <a:rPr lang="en-US" sz="1200" dirty="0"/>
              <a:t>, </a:t>
            </a:r>
            <a:r>
              <a:rPr lang="en-US" sz="1200" dirty="0" smtClean="0"/>
              <a:t>[c, programming, language]</a:t>
            </a:r>
            <a:r>
              <a:rPr lang="en-US" sz="1200" dirty="0"/>
              <a:t>, </a:t>
            </a:r>
            <a:r>
              <a:rPr lang="en-US" sz="1200" dirty="0" smtClean="0"/>
              <a:t>[as, well, as]</a:t>
            </a:r>
            <a:r>
              <a:rPr lang="en-US" sz="1200" dirty="0"/>
              <a:t>, </a:t>
            </a:r>
            <a:r>
              <a:rPr lang="en-US" sz="1200" dirty="0" smtClean="0"/>
              <a:t>[part, of, the]</a:t>
            </a:r>
            <a:r>
              <a:rPr lang="en-US" sz="1200" dirty="0"/>
              <a:t>, </a:t>
            </a:r>
            <a:r>
              <a:rPr lang="en-US" sz="1200" dirty="0" smtClean="0"/>
              <a:t>[of, the, software]</a:t>
            </a:r>
            <a:r>
              <a:rPr lang="en-US" sz="1200" dirty="0"/>
              <a:t>, </a:t>
            </a:r>
            <a:r>
              <a:rPr lang="en-US" sz="1200" dirty="0" smtClean="0"/>
              <a:t>[the, computer, science]</a:t>
            </a:r>
            <a:r>
              <a:rPr lang="en-US" sz="1200" dirty="0"/>
              <a:t>, </a:t>
            </a:r>
            <a:r>
              <a:rPr lang="en-US" sz="1200" dirty="0" smtClean="0"/>
              <a:t>[the, computer, science]</a:t>
            </a:r>
            <a:r>
              <a:rPr lang="en-US" sz="1200" dirty="0"/>
              <a:t>, </a:t>
            </a:r>
            <a:r>
              <a:rPr lang="en-US" sz="1200" dirty="0" smtClean="0"/>
              <a:t>[is, based, on]</a:t>
            </a:r>
            <a:r>
              <a:rPr lang="en-US" sz="1200" dirty="0"/>
              <a:t>, </a:t>
            </a:r>
            <a:r>
              <a:rPr lang="en-US" sz="1200" dirty="0" smtClean="0"/>
              <a:t>[the, c, programming, language]</a:t>
            </a:r>
            <a:r>
              <a:rPr lang="en-US" sz="1200" dirty="0"/>
              <a:t>, </a:t>
            </a:r>
            <a:r>
              <a:rPr lang="en-US" sz="1200" dirty="0" smtClean="0"/>
              <a:t>[the, c, programming, language]</a:t>
            </a:r>
            <a:r>
              <a:rPr lang="en-US" sz="1200" dirty="0"/>
              <a:t>, </a:t>
            </a:r>
            <a:r>
              <a:rPr lang="en-US" sz="1200" dirty="0" smtClean="0"/>
              <a:t>[</a:t>
            </a:r>
            <a:r>
              <a:rPr lang="en-US" sz="1200" dirty="0" err="1" smtClean="0"/>
              <a:t>ritchie</a:t>
            </a:r>
            <a:r>
              <a:rPr lang="en-US" sz="1200" dirty="0" smtClean="0"/>
              <a:t>, modified, b, which]</a:t>
            </a:r>
            <a:r>
              <a:rPr lang="en-US" sz="1200" dirty="0"/>
              <a:t>, </a:t>
            </a:r>
            <a:r>
              <a:rPr lang="en-US" sz="1200" dirty="0" smtClean="0"/>
              <a:t>[</a:t>
            </a:r>
            <a:r>
              <a:rPr lang="en-US" sz="1200" dirty="0" err="1" smtClean="0"/>
              <a:t>ritchie</a:t>
            </a:r>
            <a:r>
              <a:rPr lang="en-US" sz="1200" dirty="0" smtClean="0"/>
              <a:t>, modified, b, which]</a:t>
            </a:r>
            <a:r>
              <a:rPr lang="en-US" sz="1200" dirty="0"/>
              <a:t>, </a:t>
            </a:r>
            <a:r>
              <a:rPr lang="en-US" sz="1200" dirty="0" smtClean="0"/>
              <a:t>[modified, b, which, eventually]</a:t>
            </a:r>
            <a:r>
              <a:rPr lang="en-US" sz="1200" dirty="0"/>
              <a:t>, </a:t>
            </a:r>
            <a:r>
              <a:rPr lang="en-US" sz="1200" dirty="0" smtClean="0"/>
              <a:t>[b, which, eventually, became]</a:t>
            </a:r>
            <a:r>
              <a:rPr lang="en-US" sz="1200" dirty="0"/>
              <a:t>, </a:t>
            </a:r>
            <a:r>
              <a:rPr lang="en-US" sz="1200" dirty="0" smtClean="0"/>
              <a:t>[the, c, programming, language]</a:t>
            </a:r>
            <a:r>
              <a:rPr lang="en-US" sz="1200" dirty="0"/>
              <a:t>, </a:t>
            </a:r>
            <a:r>
              <a:rPr lang="en-US" sz="1200" dirty="0" smtClean="0"/>
              <a:t>[</a:t>
            </a:r>
            <a:r>
              <a:rPr lang="en-US" sz="1200" dirty="0" err="1" smtClean="0"/>
              <a:t>thompson</a:t>
            </a:r>
            <a:r>
              <a:rPr lang="en-US" sz="1200" dirty="0" smtClean="0"/>
              <a:t>, ken, </a:t>
            </a:r>
            <a:r>
              <a:rPr lang="en-US" sz="1200" dirty="0" err="1" smtClean="0"/>
              <a:t>thompson</a:t>
            </a:r>
            <a:r>
              <a:rPr lang="en-US" sz="1200" dirty="0" smtClean="0"/>
              <a:t>, developed]</a:t>
            </a:r>
            <a:r>
              <a:rPr lang="en-US" sz="1200" dirty="0"/>
              <a:t>, </a:t>
            </a:r>
            <a:r>
              <a:rPr lang="en-US" sz="1200" dirty="0" smtClean="0"/>
              <a:t>[ken, </a:t>
            </a:r>
            <a:r>
              <a:rPr lang="en-US" sz="1200" dirty="0" err="1" smtClean="0"/>
              <a:t>thompson</a:t>
            </a:r>
            <a:r>
              <a:rPr lang="en-US" sz="1200" dirty="0" smtClean="0"/>
              <a:t>, developed, the]</a:t>
            </a:r>
            <a:r>
              <a:rPr lang="en-US" sz="1200" dirty="0"/>
              <a:t>, </a:t>
            </a:r>
            <a:r>
              <a:rPr lang="en-US" sz="1200" dirty="0" smtClean="0"/>
              <a:t>[</a:t>
            </a:r>
            <a:r>
              <a:rPr lang="en-US" sz="1200" dirty="0" err="1" smtClean="0"/>
              <a:t>thompson</a:t>
            </a:r>
            <a:r>
              <a:rPr lang="en-US" sz="1200" dirty="0" smtClean="0"/>
              <a:t>, developed, the, c]</a:t>
            </a:r>
            <a:r>
              <a:rPr lang="en-US" sz="1200" dirty="0"/>
              <a:t>, </a:t>
            </a:r>
            <a:r>
              <a:rPr lang="en-US" sz="1200" dirty="0" smtClean="0"/>
              <a:t>[developed, the, c, programming]</a:t>
            </a:r>
            <a:r>
              <a:rPr lang="en-US" sz="1200" dirty="0"/>
              <a:t>, </a:t>
            </a:r>
            <a:r>
              <a:rPr lang="en-US" sz="1200" dirty="0" smtClean="0"/>
              <a:t>[the, c, programming, language]</a:t>
            </a:r>
            <a:r>
              <a:rPr lang="en-US" sz="1200" dirty="0"/>
              <a:t>, </a:t>
            </a:r>
            <a:r>
              <a:rPr lang="en-US" sz="1200" dirty="0" smtClean="0"/>
              <a:t>[</a:t>
            </a:r>
            <a:r>
              <a:rPr lang="en-US" sz="1200" dirty="0" err="1" smtClean="0"/>
              <a:t>dennis</a:t>
            </a:r>
            <a:r>
              <a:rPr lang="en-US" sz="1200" dirty="0" smtClean="0"/>
              <a:t>, </a:t>
            </a:r>
            <a:r>
              <a:rPr lang="en-US" sz="1200" dirty="0" err="1" smtClean="0"/>
              <a:t>ritchie</a:t>
            </a:r>
            <a:r>
              <a:rPr lang="en-US" sz="1200" dirty="0" smtClean="0"/>
              <a:t>, </a:t>
            </a:r>
            <a:r>
              <a:rPr lang="en-US" sz="1200" dirty="0" err="1" smtClean="0"/>
              <a:t>dennis</a:t>
            </a:r>
            <a:r>
              <a:rPr lang="en-US" sz="1200" dirty="0" smtClean="0"/>
              <a:t>, </a:t>
            </a:r>
            <a:r>
              <a:rPr lang="en-US" sz="1200" dirty="0" err="1" smtClean="0"/>
              <a:t>ritchie</a:t>
            </a:r>
            <a:r>
              <a:rPr lang="en-US" sz="1200" dirty="0" smtClean="0"/>
              <a:t>]</a:t>
            </a:r>
            <a:r>
              <a:rPr lang="en-US" sz="1200" dirty="0"/>
              <a:t>, </a:t>
            </a:r>
            <a:r>
              <a:rPr lang="en-US" sz="1200" dirty="0" smtClean="0"/>
              <a:t>[developed, the, c, programming]</a:t>
            </a:r>
            <a:r>
              <a:rPr lang="en-US" sz="1200" dirty="0"/>
              <a:t>, </a:t>
            </a:r>
            <a:r>
              <a:rPr lang="en-US" sz="1200" dirty="0" smtClean="0"/>
              <a:t>[the, c, programming, language]</a:t>
            </a:r>
            <a:r>
              <a:rPr lang="en-US" sz="1200" dirty="0"/>
              <a:t>, </a:t>
            </a:r>
            <a:r>
              <a:rPr lang="en-US" sz="1200" dirty="0" smtClean="0"/>
              <a:t>[the, c, programming, language]</a:t>
            </a:r>
            <a:r>
              <a:rPr lang="en-US" sz="1200" dirty="0"/>
              <a:t>, </a:t>
            </a:r>
            <a:r>
              <a:rPr lang="en-US" sz="1200" dirty="0" smtClean="0"/>
              <a:t>[the, c, programming, language]</a:t>
            </a:r>
            <a:r>
              <a:rPr lang="en-US" sz="1200" dirty="0"/>
              <a:t>, </a:t>
            </a:r>
            <a:r>
              <a:rPr lang="en-US" sz="1200" dirty="0" smtClean="0"/>
              <a:t>[the, c, programming, language]</a:t>
            </a:r>
            <a:r>
              <a:rPr lang="en-US" sz="1200" dirty="0"/>
              <a:t>, </a:t>
            </a:r>
            <a:r>
              <a:rPr lang="en-US" sz="1200" dirty="0" smtClean="0"/>
              <a:t>[the, c, programming, language, developed]</a:t>
            </a:r>
            <a:r>
              <a:rPr lang="en-US" sz="1200" dirty="0"/>
              <a:t>, </a:t>
            </a:r>
            <a:r>
              <a:rPr lang="en-US" sz="1200" dirty="0" smtClean="0"/>
              <a:t>[</a:t>
            </a:r>
            <a:r>
              <a:rPr lang="en-US" sz="1200" dirty="0" err="1" smtClean="0"/>
              <a:t>ritchie</a:t>
            </a:r>
            <a:r>
              <a:rPr lang="en-US" sz="1200" dirty="0" smtClean="0"/>
              <a:t>, modified, b, which, eventually]</a:t>
            </a:r>
            <a:r>
              <a:rPr lang="en-US" sz="1200" dirty="0"/>
              <a:t>, </a:t>
            </a:r>
            <a:r>
              <a:rPr lang="en-US" sz="1200" dirty="0" smtClean="0"/>
              <a:t>[</a:t>
            </a:r>
            <a:r>
              <a:rPr lang="en-US" sz="1200" dirty="0" err="1" smtClean="0"/>
              <a:t>ritchie</a:t>
            </a:r>
            <a:r>
              <a:rPr lang="en-US" sz="1200" dirty="0" smtClean="0"/>
              <a:t>, modified, b, which, eventually]</a:t>
            </a:r>
            <a:r>
              <a:rPr lang="en-US" sz="1200" dirty="0"/>
              <a:t>, </a:t>
            </a:r>
            <a:r>
              <a:rPr lang="en-US" sz="1200" dirty="0" smtClean="0"/>
              <a:t>[modified, b, which, eventually, became]</a:t>
            </a:r>
            <a:r>
              <a:rPr lang="en-US" sz="1200" dirty="0"/>
              <a:t>, </a:t>
            </a:r>
            <a:r>
              <a:rPr lang="en-US" sz="1200" dirty="0" smtClean="0"/>
              <a:t>[</a:t>
            </a:r>
            <a:r>
              <a:rPr lang="en-US" sz="1200" dirty="0" err="1" smtClean="0"/>
              <a:t>thompson</a:t>
            </a:r>
            <a:r>
              <a:rPr lang="en-US" sz="1200" dirty="0" smtClean="0"/>
              <a:t>, ken, </a:t>
            </a:r>
            <a:r>
              <a:rPr lang="en-US" sz="1200" dirty="0" err="1" smtClean="0"/>
              <a:t>thompson</a:t>
            </a:r>
            <a:r>
              <a:rPr lang="en-US" sz="1200" dirty="0" smtClean="0"/>
              <a:t>, developed, the]</a:t>
            </a:r>
            <a:r>
              <a:rPr lang="en-US" sz="1200" dirty="0"/>
              <a:t>, </a:t>
            </a:r>
            <a:r>
              <a:rPr lang="en-US" sz="1200" dirty="0" smtClean="0"/>
              <a:t>[ken, </a:t>
            </a:r>
            <a:r>
              <a:rPr lang="en-US" sz="1200" dirty="0" err="1" smtClean="0"/>
              <a:t>thompson</a:t>
            </a:r>
            <a:r>
              <a:rPr lang="en-US" sz="1200" dirty="0" smtClean="0"/>
              <a:t>, developed, the, c]</a:t>
            </a:r>
            <a:r>
              <a:rPr lang="en-US" sz="1200" dirty="0"/>
              <a:t>, </a:t>
            </a:r>
            <a:r>
              <a:rPr lang="en-US" sz="1200" dirty="0" smtClean="0"/>
              <a:t>[</a:t>
            </a:r>
            <a:r>
              <a:rPr lang="en-US" sz="1200" dirty="0" err="1" smtClean="0"/>
              <a:t>thompson</a:t>
            </a:r>
            <a:r>
              <a:rPr lang="en-US" sz="1200" dirty="0" smtClean="0"/>
              <a:t>, developed, the, c, programming]</a:t>
            </a:r>
            <a:r>
              <a:rPr lang="en-US" sz="1200" dirty="0"/>
              <a:t>, </a:t>
            </a:r>
            <a:r>
              <a:rPr lang="en-US" sz="1200" dirty="0" smtClean="0"/>
              <a:t>[developed, the, c, programming, language]</a:t>
            </a:r>
            <a:r>
              <a:rPr lang="en-US" sz="1200" dirty="0"/>
              <a:t>, </a:t>
            </a:r>
            <a:r>
              <a:rPr lang="en-US" sz="1200" dirty="0" smtClean="0"/>
              <a:t>[developed, the, c, programming, language]</a:t>
            </a:r>
            <a:r>
              <a:rPr lang="en-US" sz="1200" dirty="0"/>
              <a:t>, </a:t>
            </a:r>
            <a:r>
              <a:rPr lang="en-US" sz="1200" dirty="0" smtClean="0"/>
              <a:t>[</a:t>
            </a:r>
            <a:r>
              <a:rPr lang="en-US" sz="1200" dirty="0" err="1" smtClean="0"/>
              <a:t>ritchie</a:t>
            </a:r>
            <a:r>
              <a:rPr lang="en-US" sz="1200" dirty="0" smtClean="0"/>
              <a:t>, modified, b, which, eventually, became]</a:t>
            </a:r>
            <a:r>
              <a:rPr lang="en-US" sz="1200" dirty="0"/>
              <a:t>, </a:t>
            </a:r>
            <a:r>
              <a:rPr lang="en-US" sz="1200" dirty="0" smtClean="0"/>
              <a:t>[</a:t>
            </a:r>
            <a:r>
              <a:rPr lang="en-US" sz="1200" dirty="0" err="1" smtClean="0"/>
              <a:t>ritchie</a:t>
            </a:r>
            <a:r>
              <a:rPr lang="en-US" sz="1200" dirty="0" smtClean="0"/>
              <a:t>, modified, b, which, eventually, became]</a:t>
            </a:r>
            <a:r>
              <a:rPr lang="en-US" sz="1200" dirty="0"/>
              <a:t>, </a:t>
            </a:r>
            <a:r>
              <a:rPr lang="en-US" sz="1200" dirty="0" smtClean="0"/>
              <a:t>[</a:t>
            </a:r>
            <a:r>
              <a:rPr lang="en-US" sz="1200" dirty="0" err="1" smtClean="0"/>
              <a:t>thompson</a:t>
            </a:r>
            <a:r>
              <a:rPr lang="en-US" sz="1200" dirty="0" smtClean="0"/>
              <a:t>, ken, </a:t>
            </a:r>
            <a:r>
              <a:rPr lang="en-US" sz="1200" dirty="0" err="1" smtClean="0"/>
              <a:t>thompson</a:t>
            </a:r>
            <a:r>
              <a:rPr lang="en-US" sz="1200" dirty="0" smtClean="0"/>
              <a:t>, developed, the, c]</a:t>
            </a:r>
            <a:r>
              <a:rPr lang="en-US" sz="1200" dirty="0"/>
              <a:t>, </a:t>
            </a:r>
            <a:r>
              <a:rPr lang="en-US" sz="1200" dirty="0" smtClean="0"/>
              <a:t>[ken, </a:t>
            </a:r>
            <a:r>
              <a:rPr lang="en-US" sz="1200" dirty="0" err="1" smtClean="0"/>
              <a:t>thompson</a:t>
            </a:r>
            <a:r>
              <a:rPr lang="en-US" sz="1200" dirty="0" smtClean="0"/>
              <a:t>, developed, the, c, programming]</a:t>
            </a:r>
            <a:r>
              <a:rPr lang="en-US" sz="1200" dirty="0"/>
              <a:t>, </a:t>
            </a:r>
            <a:r>
              <a:rPr lang="en-US" sz="1200" dirty="0" smtClean="0"/>
              <a:t>[</a:t>
            </a:r>
            <a:r>
              <a:rPr lang="en-US" sz="1200" dirty="0" err="1" smtClean="0"/>
              <a:t>thompson</a:t>
            </a:r>
            <a:r>
              <a:rPr lang="en-US" sz="1200" dirty="0" smtClean="0"/>
              <a:t>, developed, the, c, programming, language]</a:t>
            </a:r>
            <a:r>
              <a:rPr lang="en-US" sz="1200" dirty="0"/>
              <a:t>, </a:t>
            </a:r>
            <a:r>
              <a:rPr lang="en-US" sz="1200" dirty="0" smtClean="0"/>
              <a:t>[</a:t>
            </a:r>
            <a:r>
              <a:rPr lang="en-US" sz="1200" dirty="0" err="1" smtClean="0"/>
              <a:t>thompson</a:t>
            </a:r>
            <a:r>
              <a:rPr lang="en-US" sz="1200" dirty="0" smtClean="0"/>
              <a:t>, ken, </a:t>
            </a:r>
            <a:r>
              <a:rPr lang="en-US" sz="1200" dirty="0" err="1" smtClean="0"/>
              <a:t>thompson</a:t>
            </a:r>
            <a:r>
              <a:rPr lang="en-US" sz="1200" dirty="0" smtClean="0"/>
              <a:t>, developed, the, c, programming]</a:t>
            </a:r>
            <a:r>
              <a:rPr lang="en-US" sz="1200" dirty="0"/>
              <a:t>, </a:t>
            </a:r>
            <a:r>
              <a:rPr lang="en-US" sz="1200" dirty="0" smtClean="0"/>
              <a:t>[ken, </a:t>
            </a:r>
            <a:r>
              <a:rPr lang="en-US" sz="1200" dirty="0" err="1" smtClean="0"/>
              <a:t>thompson</a:t>
            </a:r>
            <a:r>
              <a:rPr lang="en-US" sz="1200" dirty="0" smtClean="0"/>
              <a:t>, developed, the, c, programming, language]]</a:t>
            </a:r>
            <a:endParaRPr lang="en-US" sz="1200" dirty="0"/>
          </a:p>
        </p:txBody>
      </p:sp>
    </p:spTree>
    <p:extLst>
      <p:ext uri="{BB962C8B-B14F-4D97-AF65-F5344CB8AC3E}">
        <p14:creationId xmlns:p14="http://schemas.microsoft.com/office/powerpoint/2010/main" val="2655045393"/>
      </p:ext>
    </p:extLst>
  </p:cSld>
  <p:clrMapOvr>
    <a:masterClrMapping/>
  </p:clrMapOvr>
  <p:timing>
    <p:tnLst>
      <p:par>
        <p:cTn xmlns:p14="http://schemas.microsoft.com/office/powerpoint/2010/mai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43490" y="1027664"/>
            <a:ext cx="7024744" cy="648736"/>
          </a:xfrm>
        </p:spPr>
        <p:txBody>
          <a:bodyPr>
            <a:normAutofit fontScale="90000"/>
          </a:bodyPr>
          <a:lstStyle/>
          <a:p>
            <a:r>
              <a:rPr lang="en-US" dirty="0" smtClean="0"/>
              <a:t>Plagiarism Detection Software</a:t>
            </a:r>
            <a:endParaRPr lang="en-US" dirty="0"/>
          </a:p>
        </p:txBody>
      </p:sp>
      <p:sp>
        <p:nvSpPr>
          <p:cNvPr id="3" name="Content Placeholder 2"/>
          <p:cNvSpPr>
            <a:spLocks noGrp="1"/>
          </p:cNvSpPr>
          <p:nvPr>
            <p:ph idx="1"/>
          </p:nvPr>
        </p:nvSpPr>
        <p:spPr>
          <a:xfrm>
            <a:off x="381000" y="1752600"/>
            <a:ext cx="8229600" cy="4800600"/>
          </a:xfrm>
        </p:spPr>
        <p:txBody>
          <a:bodyPr>
            <a:noAutofit/>
          </a:bodyPr>
          <a:lstStyle/>
          <a:p>
            <a:pPr marL="68580" indent="0">
              <a:buNone/>
            </a:pPr>
            <a:r>
              <a:rPr lang="en-US" dirty="0"/>
              <a:t>Reduced to 12 word groupings</a:t>
            </a:r>
            <a:r>
              <a:rPr lang="en-US" dirty="0" smtClean="0"/>
              <a:t>:</a:t>
            </a:r>
          </a:p>
          <a:p>
            <a:pPr marL="68580" indent="0">
              <a:buNone/>
            </a:pPr>
            <a:r>
              <a:rPr lang="en-US" dirty="0" smtClean="0"/>
              <a:t>[[one, of, the]</a:t>
            </a:r>
            <a:r>
              <a:rPr lang="en-US" dirty="0"/>
              <a:t>, </a:t>
            </a:r>
            <a:r>
              <a:rPr lang="en-US" dirty="0" smtClean="0"/>
              <a:t>[the, b, language]</a:t>
            </a:r>
            <a:r>
              <a:rPr lang="en-US" dirty="0"/>
              <a:t>, </a:t>
            </a:r>
            <a:r>
              <a:rPr lang="en-US" dirty="0" smtClean="0"/>
              <a:t>[as, well, as]</a:t>
            </a:r>
            <a:r>
              <a:rPr lang="en-US" dirty="0"/>
              <a:t>, </a:t>
            </a:r>
            <a:r>
              <a:rPr lang="en-US" dirty="0" smtClean="0"/>
              <a:t>[with, </a:t>
            </a:r>
            <a:r>
              <a:rPr lang="en-US" dirty="0" err="1" smtClean="0"/>
              <a:t>dennis</a:t>
            </a:r>
            <a:r>
              <a:rPr lang="en-US" dirty="0" smtClean="0"/>
              <a:t>, </a:t>
            </a:r>
            <a:r>
              <a:rPr lang="en-US" dirty="0" err="1" smtClean="0"/>
              <a:t>ritchie</a:t>
            </a:r>
            <a:r>
              <a:rPr lang="en-US" dirty="0" smtClean="0"/>
              <a:t>]</a:t>
            </a:r>
            <a:r>
              <a:rPr lang="en-US" dirty="0"/>
              <a:t>, </a:t>
            </a:r>
            <a:r>
              <a:rPr lang="en-US" dirty="0" smtClean="0"/>
              <a:t>[when, it, was]</a:t>
            </a:r>
            <a:r>
              <a:rPr lang="en-US" dirty="0"/>
              <a:t>, </a:t>
            </a:r>
            <a:r>
              <a:rPr lang="en-US" dirty="0" smtClean="0"/>
              <a:t>[of, the, c]</a:t>
            </a:r>
            <a:r>
              <a:rPr lang="en-US" dirty="0"/>
              <a:t>, </a:t>
            </a:r>
            <a:r>
              <a:rPr lang="en-US" dirty="0" smtClean="0"/>
              <a:t>[part, of, the]</a:t>
            </a:r>
            <a:r>
              <a:rPr lang="en-US" dirty="0"/>
              <a:t>, </a:t>
            </a:r>
            <a:r>
              <a:rPr lang="en-US" dirty="0" smtClean="0"/>
              <a:t>[of, the, software]</a:t>
            </a:r>
            <a:r>
              <a:rPr lang="en-US" dirty="0"/>
              <a:t>, </a:t>
            </a:r>
            <a:r>
              <a:rPr lang="en-US" dirty="0" smtClean="0"/>
              <a:t>[the, computer, science]</a:t>
            </a:r>
            <a:r>
              <a:rPr lang="en-US" dirty="0"/>
              <a:t>, </a:t>
            </a:r>
            <a:r>
              <a:rPr lang="en-US" dirty="0" smtClean="0"/>
              <a:t>[is, based, on]</a:t>
            </a:r>
            <a:r>
              <a:rPr lang="en-US" dirty="0"/>
              <a:t>, </a:t>
            </a:r>
            <a:r>
              <a:rPr lang="en-US" dirty="0" smtClean="0"/>
              <a:t>[</a:t>
            </a:r>
            <a:r>
              <a:rPr lang="en-US" dirty="0" err="1" smtClean="0"/>
              <a:t>ritchie</a:t>
            </a:r>
            <a:r>
              <a:rPr lang="en-US" dirty="0" smtClean="0"/>
              <a:t>, modified, b, which, eventually, became]</a:t>
            </a:r>
            <a:r>
              <a:rPr lang="en-US" dirty="0"/>
              <a:t>, </a:t>
            </a:r>
            <a:r>
              <a:rPr lang="en-US" dirty="0" smtClean="0"/>
              <a:t>[ken, </a:t>
            </a:r>
            <a:r>
              <a:rPr lang="en-US" dirty="0" err="1" smtClean="0"/>
              <a:t>thompson</a:t>
            </a:r>
            <a:r>
              <a:rPr lang="en-US" dirty="0" smtClean="0"/>
              <a:t>, developed, the, c, programming, language]</a:t>
            </a:r>
            <a:r>
              <a:rPr lang="en-US" dirty="0"/>
              <a:t>]</a:t>
            </a:r>
          </a:p>
          <a:p>
            <a:pPr marL="68580" indent="0">
              <a:buNone/>
            </a:pPr>
            <a:endParaRPr lang="en-US" sz="900" dirty="0"/>
          </a:p>
        </p:txBody>
      </p:sp>
    </p:spTree>
    <p:extLst>
      <p:ext uri="{BB962C8B-B14F-4D97-AF65-F5344CB8AC3E}">
        <p14:creationId xmlns:p14="http://schemas.microsoft.com/office/powerpoint/2010/main" val="628249839"/>
      </p:ext>
    </p:extLst>
  </p:cSld>
  <p:clrMapOvr>
    <a:masterClrMapping/>
  </p:clrMapOvr>
  <p:timing>
    <p:tnLst>
      <p:par>
        <p:cTn xmlns:p14="http://schemas.microsoft.com/office/powerpoint/2010/mai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43490" y="1027664"/>
            <a:ext cx="7024744" cy="648736"/>
          </a:xfrm>
        </p:spPr>
        <p:txBody>
          <a:bodyPr>
            <a:normAutofit fontScale="90000"/>
          </a:bodyPr>
          <a:lstStyle/>
          <a:p>
            <a:r>
              <a:rPr lang="en-US" dirty="0" smtClean="0"/>
              <a:t>Plagiarism Detection Software</a:t>
            </a:r>
            <a:endParaRPr lang="en-US" dirty="0"/>
          </a:p>
        </p:txBody>
      </p:sp>
      <p:sp>
        <p:nvSpPr>
          <p:cNvPr id="3" name="Content Placeholder 2"/>
          <p:cNvSpPr>
            <a:spLocks noGrp="1"/>
          </p:cNvSpPr>
          <p:nvPr>
            <p:ph idx="1"/>
          </p:nvPr>
        </p:nvSpPr>
        <p:spPr>
          <a:xfrm>
            <a:off x="685800" y="1676400"/>
            <a:ext cx="8229600" cy="4800600"/>
          </a:xfrm>
        </p:spPr>
        <p:txBody>
          <a:bodyPr>
            <a:noAutofit/>
          </a:bodyPr>
          <a:lstStyle/>
          <a:p>
            <a:pPr marL="68580" indent="0">
              <a:buNone/>
            </a:pPr>
            <a:r>
              <a:rPr lang="en-US" dirty="0" smtClean="0"/>
              <a:t>Example of the reduction:</a:t>
            </a:r>
          </a:p>
          <a:p>
            <a:pPr marL="68580" indent="0">
              <a:buNone/>
            </a:pPr>
            <a:r>
              <a:rPr lang="en-US" sz="2000" dirty="0" smtClean="0"/>
              <a:t>[</a:t>
            </a:r>
            <a:r>
              <a:rPr lang="en-US" sz="2000" dirty="0" err="1"/>
              <a:t>ritchie</a:t>
            </a:r>
            <a:r>
              <a:rPr lang="en-US" sz="2000" dirty="0"/>
              <a:t>, modified, b</a:t>
            </a:r>
            <a:r>
              <a:rPr lang="en-US" sz="2000" dirty="0" smtClean="0"/>
              <a:t>]</a:t>
            </a:r>
          </a:p>
          <a:p>
            <a:pPr marL="68580" indent="0">
              <a:buNone/>
            </a:pPr>
            <a:r>
              <a:rPr lang="en-US" sz="2000" dirty="0" smtClean="0"/>
              <a:t>[</a:t>
            </a:r>
            <a:r>
              <a:rPr lang="en-US" sz="2000" dirty="0"/>
              <a:t>modified, b, which</a:t>
            </a:r>
            <a:r>
              <a:rPr lang="en-US" sz="2000" dirty="0" smtClean="0"/>
              <a:t>]</a:t>
            </a:r>
            <a:endParaRPr lang="en-US" sz="2000" dirty="0"/>
          </a:p>
          <a:p>
            <a:pPr marL="68580" indent="0">
              <a:buNone/>
            </a:pPr>
            <a:r>
              <a:rPr lang="en-US" sz="2000" dirty="0" smtClean="0"/>
              <a:t>[</a:t>
            </a:r>
            <a:r>
              <a:rPr lang="en-US" sz="2000" dirty="0"/>
              <a:t>b, which, eventually</a:t>
            </a:r>
            <a:r>
              <a:rPr lang="en-US" sz="2000" dirty="0" smtClean="0"/>
              <a:t>]</a:t>
            </a:r>
          </a:p>
          <a:p>
            <a:pPr marL="68580" indent="0">
              <a:buNone/>
            </a:pPr>
            <a:r>
              <a:rPr lang="en-US" sz="2000" dirty="0" smtClean="0"/>
              <a:t>[</a:t>
            </a:r>
            <a:r>
              <a:rPr lang="en-US" sz="2000" dirty="0"/>
              <a:t>which, eventually, became</a:t>
            </a:r>
            <a:r>
              <a:rPr lang="en-US" sz="2000" dirty="0" smtClean="0"/>
              <a:t>]</a:t>
            </a:r>
            <a:r>
              <a:rPr lang="en-US" sz="2000" dirty="0"/>
              <a:t> </a:t>
            </a:r>
            <a:endParaRPr lang="en-US" sz="2000" dirty="0" smtClean="0"/>
          </a:p>
          <a:p>
            <a:pPr marL="68580" indent="0">
              <a:buNone/>
            </a:pPr>
            <a:r>
              <a:rPr lang="en-US" sz="2000" dirty="0" smtClean="0"/>
              <a:t>[</a:t>
            </a:r>
            <a:r>
              <a:rPr lang="en-US" sz="2000" dirty="0" err="1"/>
              <a:t>ritchie</a:t>
            </a:r>
            <a:r>
              <a:rPr lang="en-US" sz="2000" dirty="0"/>
              <a:t>, modified, b, which</a:t>
            </a:r>
            <a:r>
              <a:rPr lang="en-US" sz="2000" dirty="0" smtClean="0"/>
              <a:t>]</a:t>
            </a:r>
            <a:endParaRPr lang="en-US" sz="2000" dirty="0"/>
          </a:p>
          <a:p>
            <a:pPr marL="68580" indent="0">
              <a:buNone/>
            </a:pPr>
            <a:r>
              <a:rPr lang="en-US" sz="2000" dirty="0" smtClean="0"/>
              <a:t>[</a:t>
            </a:r>
            <a:r>
              <a:rPr lang="en-US" sz="2000" dirty="0"/>
              <a:t>modified, b, which, eventually</a:t>
            </a:r>
            <a:r>
              <a:rPr lang="en-US" sz="2000" dirty="0" smtClean="0"/>
              <a:t>]</a:t>
            </a:r>
            <a:endParaRPr lang="en-US" sz="2000" dirty="0"/>
          </a:p>
          <a:p>
            <a:pPr marL="68580" indent="0">
              <a:buNone/>
            </a:pPr>
            <a:r>
              <a:rPr lang="en-US" sz="2000" dirty="0" smtClean="0"/>
              <a:t>[</a:t>
            </a:r>
            <a:r>
              <a:rPr lang="en-US" sz="2000" dirty="0"/>
              <a:t>b, which, eventually, became</a:t>
            </a:r>
            <a:r>
              <a:rPr lang="en-US" sz="2000" dirty="0" smtClean="0"/>
              <a:t>]</a:t>
            </a:r>
            <a:endParaRPr lang="en-US" sz="2000" dirty="0"/>
          </a:p>
          <a:p>
            <a:pPr marL="68580" indent="0">
              <a:buNone/>
            </a:pPr>
            <a:r>
              <a:rPr lang="en-US" sz="2000" dirty="0" smtClean="0"/>
              <a:t>[</a:t>
            </a:r>
            <a:r>
              <a:rPr lang="en-US" sz="2000" dirty="0" err="1"/>
              <a:t>ritchie</a:t>
            </a:r>
            <a:r>
              <a:rPr lang="en-US" sz="2000" dirty="0"/>
              <a:t>, modified, b, which, eventually, became</a:t>
            </a:r>
            <a:r>
              <a:rPr lang="en-US" sz="2000" dirty="0" smtClean="0"/>
              <a:t>]</a:t>
            </a:r>
            <a:endParaRPr lang="en-US" sz="1200" dirty="0" smtClean="0"/>
          </a:p>
          <a:p>
            <a:pPr marL="68580" indent="0">
              <a:buNone/>
            </a:pPr>
            <a:endParaRPr lang="en-US" sz="1200" dirty="0" smtClean="0"/>
          </a:p>
          <a:p>
            <a:pPr marL="68580" indent="0">
              <a:buNone/>
            </a:pPr>
            <a:r>
              <a:rPr lang="en-US" dirty="0" smtClean="0"/>
              <a:t>Becomes: </a:t>
            </a:r>
          </a:p>
          <a:p>
            <a:pPr marL="68580" indent="0">
              <a:buNone/>
            </a:pPr>
            <a:r>
              <a:rPr lang="en-US" dirty="0" smtClean="0"/>
              <a:t>[</a:t>
            </a:r>
            <a:r>
              <a:rPr lang="en-US" dirty="0" err="1"/>
              <a:t>ritchie</a:t>
            </a:r>
            <a:r>
              <a:rPr lang="en-US" dirty="0"/>
              <a:t>, modified, b, which, eventually, became]</a:t>
            </a:r>
          </a:p>
          <a:p>
            <a:pPr marL="68580" indent="0">
              <a:buNone/>
            </a:pPr>
            <a:endParaRPr lang="en-US" dirty="0"/>
          </a:p>
        </p:txBody>
      </p:sp>
    </p:spTree>
    <p:extLst>
      <p:ext uri="{BB962C8B-B14F-4D97-AF65-F5344CB8AC3E}">
        <p14:creationId xmlns:p14="http://schemas.microsoft.com/office/powerpoint/2010/main" val="2493726141"/>
      </p:ext>
    </p:extLst>
  </p:cSld>
  <p:clrMapOvr>
    <a:masterClrMapping/>
  </p:clrMapOvr>
  <p:timing>
    <p:tnLst>
      <p:par>
        <p:cTn xmlns:p14="http://schemas.microsoft.com/office/powerpoint/2010/mai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Improvements</a:t>
            </a:r>
            <a:endParaRPr lang="en-US" dirty="0"/>
          </a:p>
        </p:txBody>
      </p:sp>
      <p:sp>
        <p:nvSpPr>
          <p:cNvPr id="3" name="Content Placeholder 2"/>
          <p:cNvSpPr>
            <a:spLocks noGrp="1"/>
          </p:cNvSpPr>
          <p:nvPr>
            <p:ph idx="1"/>
          </p:nvPr>
        </p:nvSpPr>
        <p:spPr/>
        <p:txBody>
          <a:bodyPr/>
          <a:lstStyle/>
          <a:p>
            <a:r>
              <a:rPr lang="en-US" dirty="0" smtClean="0"/>
              <a:t>A dictionary of synonyms</a:t>
            </a:r>
          </a:p>
          <a:p>
            <a:r>
              <a:rPr lang="en-US" dirty="0" smtClean="0"/>
              <a:t>Take into consideration the lengths of the words</a:t>
            </a:r>
          </a:p>
          <a:p>
            <a:r>
              <a:rPr lang="en-US" dirty="0" smtClean="0"/>
              <a:t>Handle </a:t>
            </a:r>
            <a:r>
              <a:rPr lang="en-US" smtClean="0"/>
              <a:t>punctuation better</a:t>
            </a:r>
            <a:endParaRPr lang="en-US" dirty="0"/>
          </a:p>
        </p:txBody>
      </p:sp>
    </p:spTree>
    <p:extLst>
      <p:ext uri="{BB962C8B-B14F-4D97-AF65-F5344CB8AC3E}">
        <p14:creationId xmlns:p14="http://schemas.microsoft.com/office/powerpoint/2010/main" val="1199986827"/>
      </p:ext>
    </p:extLst>
  </p:cSld>
  <p:clrMapOvr>
    <a:masterClrMapping/>
  </p:clrMapOvr>
  <p:timing>
    <p:tnLst>
      <p:par>
        <p:cTn xmlns:p14="http://schemas.microsoft.com/office/powerpoint/2010/mai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Plagiarism Visualization</a:t>
            </a:r>
            <a:endParaRPr lang="en-US" dirty="0"/>
          </a:p>
        </p:txBody>
      </p:sp>
      <p:sp>
        <p:nvSpPr>
          <p:cNvPr id="3" name="Content Placeholder 2"/>
          <p:cNvSpPr>
            <a:spLocks noGrp="1"/>
          </p:cNvSpPr>
          <p:nvPr>
            <p:ph idx="1"/>
          </p:nvPr>
        </p:nvSpPr>
        <p:spPr/>
        <p:txBody>
          <a:bodyPr/>
          <a:lstStyle/>
          <a:p>
            <a:r>
              <a:rPr lang="en-US" dirty="0" smtClean="0"/>
              <a:t>Plagiarism detection is an important field with definite practical significance. However, while some work has been done, by and large we have made no major advances in displaying plagiarism in the past five or six years.</a:t>
            </a:r>
            <a:endParaRPr lang="en-US" dirty="0"/>
          </a:p>
        </p:txBody>
      </p:sp>
    </p:spTree>
    <p:extLst>
      <p:ext uri="{BB962C8B-B14F-4D97-AF65-F5344CB8AC3E}">
        <p14:creationId xmlns:p14="http://schemas.microsoft.com/office/powerpoint/2010/main" val="3082049374"/>
      </p:ext>
    </p:extLst>
  </p:cSld>
  <p:clrMapOvr>
    <a:masterClrMapping/>
  </p:clrMapOvr>
  <p:timing>
    <p:tnLst>
      <p:par>
        <p:cTn xmlns:p14="http://schemas.microsoft.com/office/powerpoint/2010/mai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Moss Example</a:t>
            </a:r>
            <a:endParaRPr lang="en-US" dirty="0"/>
          </a:p>
        </p:txBody>
      </p:sp>
      <p:pic>
        <p:nvPicPr>
          <p:cNvPr id="2050"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2027290" y="2324100"/>
            <a:ext cx="4808432" cy="35083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437792960"/>
      </p:ext>
    </p:extLst>
  </p:cSld>
  <p:clrMapOvr>
    <a:masterClrMapping/>
  </p:clrMapOvr>
  <p:timing>
    <p:tnLst>
      <p:par>
        <p:cTn xmlns:p14="http://schemas.microsoft.com/office/powerpoint/2010/mai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Turnitin.com Example</a:t>
            </a:r>
            <a:endParaRPr lang="en-US" dirty="0"/>
          </a:p>
        </p:txBody>
      </p:sp>
      <p:pic>
        <p:nvPicPr>
          <p:cNvPr id="1026" name="Picture 2"/>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bwMode="auto">
          <a:xfrm>
            <a:off x="1042988" y="2386149"/>
            <a:ext cx="6777037" cy="338427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26089985"/>
      </p:ext>
    </p:extLst>
  </p:cSld>
  <p:clrMapOvr>
    <a:masterClrMapping/>
  </p:clrMapOvr>
  <p:timing>
    <p:tnLst>
      <p:par>
        <p:cTn xmlns:p14="http://schemas.microsoft.com/office/powerpoint/2010/mai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Our visualization</a:t>
            </a:r>
            <a:endParaRPr lang="en-US" dirty="0"/>
          </a:p>
        </p:txBody>
      </p:sp>
      <p:sp>
        <p:nvSpPr>
          <p:cNvPr id="3" name="Content Placeholder 2"/>
          <p:cNvSpPr>
            <a:spLocks noGrp="1"/>
          </p:cNvSpPr>
          <p:nvPr>
            <p:ph idx="1"/>
          </p:nvPr>
        </p:nvSpPr>
        <p:spPr/>
        <p:txBody>
          <a:bodyPr/>
          <a:lstStyle/>
          <a:p>
            <a:r>
              <a:rPr lang="en-US" dirty="0" smtClean="0"/>
              <a:t>For our visualization, we did something similar, though less in-depth, than the examples listed previously.  We went through and highlighted any plagiarized words in both documents.</a:t>
            </a:r>
            <a:endParaRPr lang="en-US" dirty="0"/>
          </a:p>
        </p:txBody>
      </p:sp>
    </p:spTree>
    <p:extLst>
      <p:ext uri="{BB962C8B-B14F-4D97-AF65-F5344CB8AC3E}">
        <p14:creationId xmlns:p14="http://schemas.microsoft.com/office/powerpoint/2010/main" val="1289144443"/>
      </p:ext>
    </p:extLst>
  </p:cSld>
  <p:clrMapOvr>
    <a:masterClrMapping/>
  </p:clrMapOvr>
  <p:timing>
    <p:tnLst>
      <p:par>
        <p:cTn xmlns:p14="http://schemas.microsoft.com/office/powerpoint/2010/mai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4" name="Content Placeholder 3"/>
          <p:cNvPicPr>
            <a:picLocks noGrp="1" noChangeAspect="1"/>
          </p:cNvPicPr>
          <p:nvPr>
            <p:ph idx="1"/>
          </p:nvPr>
        </p:nvPicPr>
        <p:blipFill>
          <a:blip r:embed="rId2" cstate="print">
            <a:extLst>
              <a:ext uri="{28A0092B-C50C-407E-A947-70E740481C1C}">
                <a14:useLocalDpi xmlns:a14="http://schemas.microsoft.com/office/drawing/2010/main" val="0"/>
              </a:ext>
            </a:extLst>
          </a:blip>
          <a:stretch>
            <a:fillRect/>
          </a:stretch>
        </p:blipFill>
        <p:spPr>
          <a:xfrm>
            <a:off x="229218" y="1090959"/>
            <a:ext cx="8762382" cy="4928841"/>
          </a:xfrm>
        </p:spPr>
      </p:pic>
    </p:spTree>
    <p:extLst>
      <p:ext uri="{BB962C8B-B14F-4D97-AF65-F5344CB8AC3E}">
        <p14:creationId xmlns:p14="http://schemas.microsoft.com/office/powerpoint/2010/main" val="2165606731"/>
      </p:ext>
    </p:extLst>
  </p:cSld>
  <p:clrMapOvr>
    <a:masterClrMapping/>
  </p:clrMapOvr>
  <p:timing>
    <p:tnLst>
      <p:par>
        <p:cTn xmlns:p14="http://schemas.microsoft.com/office/powerpoint/2010/mai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52400" y="990600"/>
            <a:ext cx="8763000" cy="4929189"/>
          </a:xfrm>
          <a:prstGeom prst="rect">
            <a:avLst/>
          </a:prstGeom>
        </p:spPr>
      </p:pic>
    </p:spTree>
    <p:extLst>
      <p:ext uri="{BB962C8B-B14F-4D97-AF65-F5344CB8AC3E}">
        <p14:creationId xmlns:p14="http://schemas.microsoft.com/office/powerpoint/2010/main" val="2266177844"/>
      </p:ext>
    </p:extLst>
  </p:cSld>
  <p:clrMapOvr>
    <a:masterClrMapping/>
  </p:clrMapOvr>
  <p:timing>
    <p:tnLst>
      <p:par>
        <p:cTn xmlns:p14="http://schemas.microsoft.com/office/powerpoint/2010/mai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Possible Improvements</a:t>
            </a:r>
            <a:endParaRPr lang="en-US" dirty="0"/>
          </a:p>
        </p:txBody>
      </p:sp>
      <p:sp>
        <p:nvSpPr>
          <p:cNvPr id="3" name="Content Placeholder 2"/>
          <p:cNvSpPr>
            <a:spLocks noGrp="1"/>
          </p:cNvSpPr>
          <p:nvPr>
            <p:ph idx="1"/>
          </p:nvPr>
        </p:nvSpPr>
        <p:spPr/>
        <p:txBody>
          <a:bodyPr/>
          <a:lstStyle/>
          <a:p>
            <a:r>
              <a:rPr lang="en-US" dirty="0" smtClean="0"/>
              <a:t>We considered a couple of alternate approaches/additional features as well.</a:t>
            </a:r>
          </a:p>
          <a:p>
            <a:pPr lvl="1"/>
            <a:r>
              <a:rPr lang="en-US" dirty="0" smtClean="0"/>
              <a:t>Arc Graphs</a:t>
            </a:r>
          </a:p>
          <a:p>
            <a:pPr lvl="1"/>
            <a:r>
              <a:rPr lang="en-US" dirty="0" smtClean="0"/>
              <a:t>Highlighting</a:t>
            </a:r>
          </a:p>
          <a:p>
            <a:pPr lvl="1"/>
            <a:r>
              <a:rPr lang="en-US" dirty="0" smtClean="0"/>
              <a:t>Some sort of analytical analysis</a:t>
            </a:r>
            <a:endParaRPr lang="en-US" dirty="0"/>
          </a:p>
        </p:txBody>
      </p:sp>
    </p:spTree>
    <p:extLst>
      <p:ext uri="{BB962C8B-B14F-4D97-AF65-F5344CB8AC3E}">
        <p14:creationId xmlns:p14="http://schemas.microsoft.com/office/powerpoint/2010/main" val="257998553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Questions?</a:t>
            </a:r>
            <a:endParaRPr lang="en-US" dirty="0"/>
          </a:p>
        </p:txBody>
      </p:sp>
      <p:sp>
        <p:nvSpPr>
          <p:cNvPr id="3" name="Content Placeholder 2"/>
          <p:cNvSpPr>
            <a:spLocks noGrp="1"/>
          </p:cNvSpPr>
          <p:nvPr>
            <p:ph idx="1"/>
          </p:nvPr>
        </p:nvSpPr>
        <p:spPr/>
        <p:txBody>
          <a:bodyPr/>
          <a:lstStyle/>
          <a:p>
            <a:endParaRPr lang="en-US"/>
          </a:p>
        </p:txBody>
      </p:sp>
    </p:spTree>
    <p:extLst>
      <p:ext uri="{BB962C8B-B14F-4D97-AF65-F5344CB8AC3E}">
        <p14:creationId xmlns:p14="http://schemas.microsoft.com/office/powerpoint/2010/main" val="24864442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Sources</a:t>
            </a:r>
            <a:endParaRPr lang="en-US" dirty="0"/>
          </a:p>
        </p:txBody>
      </p:sp>
      <p:sp>
        <p:nvSpPr>
          <p:cNvPr id="3" name="Content Placeholder 2"/>
          <p:cNvSpPr>
            <a:spLocks noGrp="1"/>
          </p:cNvSpPr>
          <p:nvPr>
            <p:ph idx="1"/>
          </p:nvPr>
        </p:nvSpPr>
        <p:spPr/>
        <p:txBody>
          <a:bodyPr>
            <a:normAutofit fontScale="92500" lnSpcReduction="10000"/>
          </a:bodyPr>
          <a:lstStyle/>
          <a:p>
            <a:r>
              <a:rPr lang="en-US" dirty="0"/>
              <a:t>Turnitin.com example: https://www.google.com/url?sa=i&amp;rct=j&amp;q=&amp;esrc=s&amp;source=images&amp;cd=&amp;cad=rja&amp;uact=8&amp;docid=mxaBJqub061jBM&amp;tbnid=U2TnTBtvZdjLnM:&amp;</a:t>
            </a:r>
            <a:r>
              <a:rPr lang="en-US" dirty="0" smtClean="0"/>
              <a:t>ved=0CAUQjRw&amp;url=https%3A%2F%2Fwww.wlv.ac.uk%2Fdefault.aspx%3Fpage%3D32434&amp;ei=ChdpU9WLNaPuyAGZo4C4Dw&amp;bvm=bv.65788261,d.aWc&amp;psig=AFQjCNEqa_3NBYzyCT-uVRSkAI3XkWpVqw&amp;ust=1399482500059273 </a:t>
            </a:r>
          </a:p>
          <a:p>
            <a:endParaRPr lang="en-US" dirty="0"/>
          </a:p>
        </p:txBody>
      </p:sp>
    </p:spTree>
    <p:extLst>
      <p:ext uri="{BB962C8B-B14F-4D97-AF65-F5344CB8AC3E}">
        <p14:creationId xmlns:p14="http://schemas.microsoft.com/office/powerpoint/2010/main" val="3528190281"/>
      </p:ext>
    </p:extLst>
  </p:cSld>
  <p:clrMapOvr>
    <a:masterClrMapping/>
  </p:clrMapOvr>
  <p:timing>
    <p:tnLst>
      <p:par>
        <p:cTn xmlns:p14="http://schemas.microsoft.com/office/powerpoint/2010/main" id="1" dur="indefinite" restart="never" nodeType="tmRoot"/>
      </p:par>
    </p:tn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Austin">
  <a:themeElements>
    <a:clrScheme name="Austin">
      <a:dk1>
        <a:sysClr val="windowText" lastClr="000000"/>
      </a:dk1>
      <a:lt1>
        <a:sysClr val="window" lastClr="FFFFFF"/>
      </a:lt1>
      <a:dk2>
        <a:srgbClr val="3E3D2D"/>
      </a:dk2>
      <a:lt2>
        <a:srgbClr val="CAF278"/>
      </a:lt2>
      <a:accent1>
        <a:srgbClr val="94C600"/>
      </a:accent1>
      <a:accent2>
        <a:srgbClr val="71685A"/>
      </a:accent2>
      <a:accent3>
        <a:srgbClr val="FF6700"/>
      </a:accent3>
      <a:accent4>
        <a:srgbClr val="909465"/>
      </a:accent4>
      <a:accent5>
        <a:srgbClr val="956B43"/>
      </a:accent5>
      <a:accent6>
        <a:srgbClr val="FEA022"/>
      </a:accent6>
      <a:hlink>
        <a:srgbClr val="E68200"/>
      </a:hlink>
      <a:folHlink>
        <a:srgbClr val="FFA94A"/>
      </a:folHlink>
    </a:clrScheme>
    <a:fontScheme name="Austin">
      <a:majorFont>
        <a:latin typeface="Century Gothic"/>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Austin">
      <a:fillStyleLst>
        <a:solidFill>
          <a:schemeClr val="phClr"/>
        </a:solidFill>
        <a:gradFill rotWithShape="1">
          <a:gsLst>
            <a:gs pos="0">
              <a:schemeClr val="phClr">
                <a:tint val="20000"/>
                <a:satMod val="180000"/>
                <a:lumMod val="98000"/>
              </a:schemeClr>
            </a:gs>
            <a:gs pos="40000">
              <a:schemeClr val="phClr">
                <a:tint val="30000"/>
                <a:satMod val="260000"/>
                <a:lumMod val="84000"/>
              </a:schemeClr>
            </a:gs>
            <a:gs pos="100000">
              <a:schemeClr val="phClr">
                <a:tint val="100000"/>
                <a:satMod val="110000"/>
                <a:lumMod val="100000"/>
              </a:schemeClr>
            </a:gs>
          </a:gsLst>
          <a:lin ang="5040000" scaled="1"/>
        </a:gradFill>
        <a:gradFill rotWithShape="1">
          <a:gsLst>
            <a:gs pos="0">
              <a:schemeClr val="phClr"/>
            </a:gs>
            <a:gs pos="100000">
              <a:schemeClr val="phClr">
                <a:shade val="75000"/>
                <a:satMod val="120000"/>
                <a:lumMod val="90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outerShdw blurRad="50800" dist="25400" dir="5400000" rotWithShape="0">
              <a:srgbClr val="000000">
                <a:alpha val="28000"/>
              </a:srgbClr>
            </a:outerShdw>
          </a:effectLst>
          <a:scene3d>
            <a:camera prst="orthographicFront">
              <a:rot lat="0" lon="0" rev="0"/>
            </a:camera>
            <a:lightRig rig="threePt" dir="tl">
              <a:rot lat="0" lon="0" rev="20400000"/>
            </a:lightRig>
          </a:scene3d>
          <a:sp3d>
            <a:bevelT w="50800" h="12700" prst="softRound"/>
          </a:sp3d>
        </a:effectStyle>
        <a:effectStyle>
          <a:effectLst>
            <a:outerShdw blurRad="44450" dist="50800" dir="5400000" sx="96000" rotWithShape="0">
              <a:srgbClr val="000000">
                <a:alpha val="34000"/>
              </a:srgbClr>
            </a:outerShdw>
          </a:effectLst>
          <a:scene3d>
            <a:camera prst="orthographicFront">
              <a:rot lat="0" lon="0" rev="0"/>
            </a:camera>
            <a:lightRig rig="threePt" dir="tl">
              <a:rot lat="0" lon="0" rev="20400000"/>
            </a:lightRig>
          </a:scene3d>
          <a:sp3d contourW="15875" prstMaterial="metal">
            <a:bevelT w="101600" h="25400" prst="softRound"/>
            <a:contourClr>
              <a:schemeClr val="phClr">
                <a:shade val="30000"/>
              </a:schemeClr>
            </a:contourClr>
          </a:sp3d>
        </a:effectStyle>
      </a:effectStyleLst>
      <a:bgFillStyleLst>
        <a:solidFill>
          <a:schemeClr val="phClr"/>
        </a:solidFill>
        <a:gradFill rotWithShape="1">
          <a:gsLst>
            <a:gs pos="0">
              <a:schemeClr val="phClr">
                <a:shade val="94000"/>
                <a:satMod val="114000"/>
                <a:lumMod val="96000"/>
              </a:schemeClr>
            </a:gs>
            <a:gs pos="62000">
              <a:schemeClr val="phClr">
                <a:tint val="92000"/>
                <a:shade val="66000"/>
                <a:satMod val="110000"/>
                <a:lumMod val="80000"/>
              </a:schemeClr>
            </a:gs>
            <a:gs pos="100000">
              <a:schemeClr val="phClr">
                <a:tint val="89000"/>
                <a:shade val="62000"/>
                <a:satMod val="110000"/>
                <a:lumMod val="72000"/>
              </a:schemeClr>
            </a:gs>
          </a:gsLst>
          <a:lin ang="5400000" scaled="0"/>
        </a:gradFill>
        <a:blipFill rotWithShape="1">
          <a:blip xmlns:r="http://schemas.openxmlformats.org/officeDocument/2006/relationships" r:embed="rId1">
            <a:duotone>
              <a:schemeClr val="phClr">
                <a:tint val="80000"/>
                <a:shade val="58000"/>
              </a:schemeClr>
              <a:schemeClr val="phClr">
                <a:tint val="73000"/>
                <a:shade val="68000"/>
                <a:satMod val="150000"/>
              </a:schemeClr>
            </a:duotone>
          </a:blip>
          <a:tile tx="0" ty="0" sx="100000" sy="100000" flip="none" algn="tl"/>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Austin</Template>
  <TotalTime>97</TotalTime>
  <Words>1549</Words>
  <Application>Microsoft Macintosh PowerPoint</Application>
  <PresentationFormat>On-screen Show (4:3)</PresentationFormat>
  <Paragraphs>64</Paragraphs>
  <Slides>19</Slides>
  <Notes>4</Notes>
  <HiddenSlides>0</HiddenSlides>
  <MMClips>0</MMClips>
  <ScaleCrop>false</ScaleCrop>
  <HeadingPairs>
    <vt:vector size="4" baseType="variant">
      <vt:variant>
        <vt:lpstr>Theme</vt:lpstr>
      </vt:variant>
      <vt:variant>
        <vt:i4>1</vt:i4>
      </vt:variant>
      <vt:variant>
        <vt:lpstr>Slide Titles</vt:lpstr>
      </vt:variant>
      <vt:variant>
        <vt:i4>19</vt:i4>
      </vt:variant>
    </vt:vector>
  </HeadingPairs>
  <TitlesOfParts>
    <vt:vector size="20" baseType="lpstr">
      <vt:lpstr>Austin</vt:lpstr>
      <vt:lpstr>Plagiarism Detection Visualization</vt:lpstr>
      <vt:lpstr>Purpose</vt:lpstr>
      <vt:lpstr>Two Parts</vt:lpstr>
      <vt:lpstr>Plagiarism Detection Software</vt:lpstr>
      <vt:lpstr>Plagiarism Detection Software</vt:lpstr>
      <vt:lpstr>Plagiarism Detection Software</vt:lpstr>
      <vt:lpstr>Plagiarism Detection Software</vt:lpstr>
      <vt:lpstr>Plagiarism Detection Software</vt:lpstr>
      <vt:lpstr>Plagiarism Detection Software</vt:lpstr>
      <vt:lpstr>Improvements</vt:lpstr>
      <vt:lpstr>Plagiarism Visualization</vt:lpstr>
      <vt:lpstr>Moss Example</vt:lpstr>
      <vt:lpstr>Turnitin.com Example</vt:lpstr>
      <vt:lpstr>Our visualization</vt:lpstr>
      <vt:lpstr>PowerPoint Presentation</vt:lpstr>
      <vt:lpstr>PowerPoint Presentation</vt:lpstr>
      <vt:lpstr>Possible Improvements</vt:lpstr>
      <vt:lpstr>Questions?</vt:lpstr>
      <vt:lpstr>Sources</vt:lpstr>
    </vt:vector>
  </TitlesOfParts>
  <Company>Windows User</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Plagiarism Detection Visualization</dc:title>
  <dc:creator>NCP</dc:creator>
  <cp:lastModifiedBy>Josh Crowson</cp:lastModifiedBy>
  <cp:revision>10</cp:revision>
  <dcterms:created xsi:type="dcterms:W3CDTF">2014-05-06T16:59:00Z</dcterms:created>
  <dcterms:modified xsi:type="dcterms:W3CDTF">2014-05-07T16:41:23Z</dcterms:modified>
</cp:coreProperties>
</file>