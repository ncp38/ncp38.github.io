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1" r:id="rId3"/>
    <p:sldId id="259" r:id="rId4"/>
    <p:sldId id="257" r:id="rId5"/>
    <p:sldId id="258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F3027-38F0-4381-94FC-D0CB02C1AF99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1CD31-A31D-46CE-B401-436539E95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Data: CPI</a:t>
            </a:r>
            <a:r>
              <a:rPr lang="en-US" baseline="0" dirty="0" smtClean="0"/>
              <a:t>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1CD31-A31D-46CE-B401-436539E951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44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Thus, I conclude that,</a:t>
            </a:r>
            <a:r>
              <a:rPr lang="en-US" baseline="0" dirty="0" smtClean="0"/>
              <a:t> currently, the line graph is superior to the radial visualization, but that it would be possible to make improvements to the visualization to make it more 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1CD31-A31D-46CE-B401-436539E951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9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EBA0E597-87C4-433C-816D-A79288E2DFBB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1F3B18D5-A2E7-4419-A6E6-8F6CB81505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Radial Visualization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Nate Phillips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design a novel visualization method.</a:t>
            </a:r>
          </a:p>
          <a:p>
            <a:r>
              <a:rPr lang="en-US" dirty="0" smtClean="0"/>
              <a:t>To examine its effectiveness, compared to the standard line chart.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93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The idea is to represent a line chart on a circle.</a:t>
            </a:r>
          </a:p>
          <a:p>
            <a:r>
              <a:rPr lang="en-US" dirty="0" smtClean="0"/>
              <a:t>The objective of this is to make it easier to see periodic trends in the data.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2745830"/>
            <a:ext cx="3419475" cy="2628402"/>
          </a:xfrm>
        </p:spPr>
      </p:pic>
    </p:spTree>
    <p:extLst>
      <p:ext uri="{BB962C8B-B14F-4D97-AF65-F5344CB8AC3E}">
        <p14:creationId xmlns:p14="http://schemas.microsoft.com/office/powerpoint/2010/main" val="297827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456" y="2324100"/>
            <a:ext cx="4074100" cy="3508375"/>
          </a:xfrm>
        </p:spPr>
      </p:pic>
    </p:spTree>
    <p:extLst>
      <p:ext uri="{BB962C8B-B14F-4D97-AF65-F5344CB8AC3E}">
        <p14:creationId xmlns:p14="http://schemas.microsoft.com/office/powerpoint/2010/main" val="28528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Users can specify:</a:t>
            </a:r>
          </a:p>
          <a:p>
            <a:pPr lvl="1"/>
            <a:r>
              <a:rPr lang="en-US" dirty="0" smtClean="0"/>
              <a:t>Type of visualization (line graph vs. radial visualization)</a:t>
            </a:r>
          </a:p>
          <a:p>
            <a:pPr lvl="1"/>
            <a:r>
              <a:rPr lang="en-US" dirty="0" smtClean="0"/>
              <a:t>Data range</a:t>
            </a:r>
          </a:p>
          <a:p>
            <a:pPr lvl="1"/>
            <a:r>
              <a:rPr lang="en-US" dirty="0" smtClean="0"/>
              <a:t>Number of partitions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8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Issues:</a:t>
            </a:r>
          </a:p>
          <a:p>
            <a:pPr lvl="1"/>
            <a:r>
              <a:rPr lang="en-US" dirty="0" smtClean="0"/>
              <a:t>Harder to see small data changes on radial visualization.</a:t>
            </a:r>
          </a:p>
          <a:p>
            <a:pPr lvl="1"/>
            <a:r>
              <a:rPr lang="en-US" dirty="0" smtClean="0"/>
              <a:t>For both, it is hard to see any changes in data for a large number of partitions.</a:t>
            </a:r>
          </a:p>
          <a:p>
            <a:r>
              <a:rPr lang="en-US" dirty="0" smtClean="0"/>
              <a:t>Possible solutions:</a:t>
            </a:r>
          </a:p>
          <a:p>
            <a:pPr lvl="1"/>
            <a:r>
              <a:rPr lang="en-US" dirty="0" smtClean="0"/>
              <a:t>Different data</a:t>
            </a:r>
          </a:p>
          <a:p>
            <a:pPr lvl="1"/>
            <a:r>
              <a:rPr lang="en-US" dirty="0" smtClean="0"/>
              <a:t>A zoomed-in view</a:t>
            </a:r>
          </a:p>
        </p:txBody>
      </p:sp>
    </p:spTree>
    <p:extLst>
      <p:ext uri="{BB962C8B-B14F-4D97-AF65-F5344CB8AC3E}">
        <p14:creationId xmlns:p14="http://schemas.microsoft.com/office/powerpoint/2010/main" val="220110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21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164</TotalTime>
  <Words>160</Words>
  <Application>Microsoft Office PowerPoint</Application>
  <PresentationFormat>On-screen Show (4:3)</PresentationFormat>
  <Paragraphs>26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Austin</vt:lpstr>
      <vt:lpstr>Radial Visualization</vt:lpstr>
      <vt:lpstr>Goals</vt:lpstr>
      <vt:lpstr>Concept</vt:lpstr>
      <vt:lpstr>Visualization</vt:lpstr>
      <vt:lpstr>Interaction</vt:lpstr>
      <vt:lpstr>Results</vt:lpstr>
      <vt:lpstr>Questions?</vt:lpstr>
    </vt:vector>
  </TitlesOfParts>
  <Company>Windows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Radial Visualization</dc:title>
  <dc:creator>NCP</dc:creator>
  <cp:lastModifiedBy>NCP</cp:lastModifiedBy>
  <cp:revision>7</cp:revision>
  <dcterms:created xsi:type="dcterms:W3CDTF">2013-12-11T16:19:37Z</dcterms:created>
  <dcterms:modified xsi:type="dcterms:W3CDTF">2013-12-11T19:04:18Z</dcterms:modified>
</cp:coreProperties>
</file>